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Poppins" charset="1" panose="00000500000000000000"/>
      <p:regular r:id="rId39"/>
    </p:embeddedFont>
    <p:embeddedFont>
      <p:font typeface="Poppins Bold" charset="1" panose="00000800000000000000"/>
      <p:regular r:id="rId40"/>
    </p:embeddedFont>
    <p:embeddedFont>
      <p:font typeface="Poppins Medium" charset="1" panose="00000600000000000000"/>
      <p:regular r:id="rId41"/>
    </p:embeddedFont>
    <p:embeddedFont>
      <p:font typeface="Inter" charset="1" panose="02000503000000020004"/>
      <p:regular r:id="rId42"/>
    </p:embeddedFont>
    <p:embeddedFont>
      <p:font typeface="Canva Sans" charset="1" panose="020B0503030501040103"/>
      <p:regular r:id="rId43"/>
    </p:embeddedFont>
    <p:embeddedFont>
      <p:font typeface="Canva Sans Bold" charset="1" panose="020B0803030501040103"/>
      <p:regular r:id="rId44"/>
    </p:embeddedFont>
    <p:embeddedFont>
      <p:font typeface="Canva Sans Italics" charset="1" panose="020B0503030501040103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1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jpeg" Type="http://schemas.openxmlformats.org/officeDocument/2006/relationships/image"/><Relationship Id="rId11" Target="../media/VAHNwgobq44.mp4" Type="http://schemas.openxmlformats.org/officeDocument/2006/relationships/video"/><Relationship Id="rId12" Target="../media/VAHNwgobq44.mp4" Type="http://schemas.microsoft.com/office/2007/relationships/media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2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5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0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1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item.taobao.com/item.htm?spm=a1z0d.6639537/202410.item.d752438766451.5c1374840mREa4&amp;id=752438766451&amp;from=cart&amp;skuId=5189284517842&amp;mi_id=0000Z33siGygvWiqXQfzodnEc5iZklk2BeLNhRyyx6mcHVU&amp;upStreamPrice=3510" TargetMode="External" Type="http://schemas.openxmlformats.org/officeDocument/2006/relationships/hyperlink"/><Relationship Id="rId11" Target="https://item.taobao.com/item.htm?spm=a1z0d.6639537/202410.item.d907357756745.5c1374840mREa4&amp;id=907357756745&amp;from=cart&amp;skuId=5766095000848&amp;mi_id=0000N1GlX3GSa7YQvrQGaizzlbFNlP2aT9_e6XvZTMNKEK0&amp;upStreamPrice=24900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1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8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39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5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8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8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https://www.songyan.com.my/resort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43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songyan.com.my/resort" TargetMode="External" Type="http://schemas.openxmlformats.org/officeDocument/2006/relationships/hyperlink"/><Relationship Id="rId11" Target="../media/image45.png" Type="http://schemas.openxmlformats.org/officeDocument/2006/relationships/image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43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8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5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5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1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1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1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53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5.pn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86" t="0" r="-300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4931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1760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996783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3643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2154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262479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625355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483518" y="1576080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84931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52400" cap="sq">
              <a:solidFill>
                <a:srgbClr val="745E4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1771457" y="9515475"/>
            <a:ext cx="3086100" cy="1543050"/>
            <a:chOff x="0" y="0"/>
            <a:chExt cx="8128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1299" y="9515475"/>
            <a:ext cx="1897852" cy="1543050"/>
            <a:chOff x="0" y="0"/>
            <a:chExt cx="499846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85807" y="9515475"/>
            <a:ext cx="1543050" cy="1543050"/>
            <a:chOff x="0" y="0"/>
            <a:chExt cx="4064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28277" y="7333534"/>
            <a:ext cx="6587195" cy="831780"/>
            <a:chOff x="0" y="0"/>
            <a:chExt cx="3218442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18442" cy="406400"/>
            </a:xfrm>
            <a:custGeom>
              <a:avLst/>
              <a:gdLst/>
              <a:ahLst/>
              <a:cxnLst/>
              <a:rect r="r" b="b" t="t" l="l"/>
              <a:pathLst>
                <a:path h="406400" w="3218442">
                  <a:moveTo>
                    <a:pt x="3015242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3015242" y="406400"/>
                  </a:lnTo>
                  <a:lnTo>
                    <a:pt x="3218442" y="203200"/>
                  </a:lnTo>
                  <a:lnTo>
                    <a:pt x="3015242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52400" y="-38100"/>
              <a:ext cx="291364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6792303" y="175056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1" y="0"/>
                </a:lnTo>
                <a:lnTo>
                  <a:pt x="631631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328277" y="1967890"/>
            <a:ext cx="8608389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ANNUAL 26/27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28277" y="5368353"/>
            <a:ext cx="9029591" cy="170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3"/>
              </a:lnSpc>
            </a:pPr>
            <a:r>
              <a:rPr lang="en-US" sz="11202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PROPOSAL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88316" y="637959"/>
            <a:ext cx="5070656" cy="4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 2026/2027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91621" y="7307343"/>
            <a:ext cx="5521598" cy="76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66"/>
              </a:lnSpc>
              <a:spcBef>
                <a:spcPct val="0"/>
              </a:spcBef>
            </a:pPr>
            <a:r>
              <a:rPr lang="en-US" b="true" sz="41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28" t="0" r="-3559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978179">
            <a:off x="7155895" y="6580644"/>
            <a:ext cx="10880491" cy="1653500"/>
            <a:chOff x="0" y="0"/>
            <a:chExt cx="2238784" cy="3402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8784" cy="340226"/>
            </a:xfrm>
            <a:custGeom>
              <a:avLst/>
              <a:gdLst/>
              <a:ahLst/>
              <a:cxnLst/>
              <a:rect r="r" b="b" t="t" l="l"/>
              <a:pathLst>
                <a:path h="340226" w="2238784">
                  <a:moveTo>
                    <a:pt x="13897" y="0"/>
                  </a:moveTo>
                  <a:lnTo>
                    <a:pt x="2224887" y="0"/>
                  </a:lnTo>
                  <a:cubicBezTo>
                    <a:pt x="2232562" y="0"/>
                    <a:pt x="2238784" y="6222"/>
                    <a:pt x="2238784" y="13897"/>
                  </a:cubicBezTo>
                  <a:lnTo>
                    <a:pt x="2238784" y="326329"/>
                  </a:lnTo>
                  <a:cubicBezTo>
                    <a:pt x="2238784" y="334004"/>
                    <a:pt x="2232562" y="340226"/>
                    <a:pt x="2224887" y="340226"/>
                  </a:cubicBezTo>
                  <a:lnTo>
                    <a:pt x="13897" y="340226"/>
                  </a:lnTo>
                  <a:cubicBezTo>
                    <a:pt x="6222" y="340226"/>
                    <a:pt x="0" y="334004"/>
                    <a:pt x="0" y="326329"/>
                  </a:cubicBezTo>
                  <a:lnTo>
                    <a:pt x="0" y="13897"/>
                  </a:lnTo>
                  <a:cubicBezTo>
                    <a:pt x="0" y="6222"/>
                    <a:pt x="6222" y="0"/>
                    <a:pt x="13897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38784" cy="378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79238" y="-805846"/>
            <a:ext cx="10282668" cy="6332631"/>
            <a:chOff x="0" y="0"/>
            <a:chExt cx="989844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473" y="0"/>
              <a:ext cx="972898" cy="601897"/>
            </a:xfrm>
            <a:custGeom>
              <a:avLst/>
              <a:gdLst/>
              <a:ahLst/>
              <a:cxnLst/>
              <a:rect r="r" b="b" t="t" l="l"/>
              <a:pathLst>
                <a:path h="601897" w="972898">
                  <a:moveTo>
                    <a:pt x="476253" y="597042"/>
                  </a:moveTo>
                  <a:lnTo>
                    <a:pt x="1723" y="12558"/>
                  </a:lnTo>
                  <a:cubicBezTo>
                    <a:pt x="-150" y="10251"/>
                    <a:pt x="-529" y="7074"/>
                    <a:pt x="748" y="4391"/>
                  </a:cubicBezTo>
                  <a:cubicBezTo>
                    <a:pt x="2026" y="1709"/>
                    <a:pt x="4732" y="0"/>
                    <a:pt x="7703" y="0"/>
                  </a:cubicBezTo>
                  <a:lnTo>
                    <a:pt x="965195" y="0"/>
                  </a:lnTo>
                  <a:cubicBezTo>
                    <a:pt x="968166" y="0"/>
                    <a:pt x="970872" y="1709"/>
                    <a:pt x="972150" y="4391"/>
                  </a:cubicBezTo>
                  <a:cubicBezTo>
                    <a:pt x="973427" y="7074"/>
                    <a:pt x="973048" y="10252"/>
                    <a:pt x="971175" y="12558"/>
                  </a:cubicBezTo>
                  <a:lnTo>
                    <a:pt x="496645" y="597042"/>
                  </a:lnTo>
                  <a:cubicBezTo>
                    <a:pt x="494151" y="600113"/>
                    <a:pt x="490405" y="601897"/>
                    <a:pt x="486449" y="601897"/>
                  </a:cubicBezTo>
                  <a:cubicBezTo>
                    <a:pt x="482492" y="601897"/>
                    <a:pt x="478747" y="600113"/>
                    <a:pt x="476253" y="597042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305952" y="-38100"/>
              <a:ext cx="37794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0903113" y="-458229"/>
            <a:ext cx="9274544" cy="5637396"/>
            <a:chOff x="0" y="0"/>
            <a:chExt cx="1380952" cy="8393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0952" cy="839392"/>
            </a:xfrm>
            <a:custGeom>
              <a:avLst/>
              <a:gdLst/>
              <a:ahLst/>
              <a:cxnLst/>
              <a:rect r="r" b="b" t="t" l="l"/>
              <a:pathLst>
                <a:path h="839392" w="1380952">
                  <a:moveTo>
                    <a:pt x="690476" y="0"/>
                  </a:moveTo>
                  <a:lnTo>
                    <a:pt x="1380952" y="839392"/>
                  </a:lnTo>
                  <a:lnTo>
                    <a:pt x="0" y="839392"/>
                  </a:lnTo>
                  <a:lnTo>
                    <a:pt x="690476" y="0"/>
                  </a:lnTo>
                  <a:close/>
                </a:path>
              </a:pathLst>
            </a:custGeom>
            <a:blipFill>
              <a:blip r:embed="rId3"/>
              <a:stretch>
                <a:fillRect l="-18442" t="0" r="0" b="-46144"/>
              </a:stretch>
            </a:blipFill>
            <a:ln w="171450" cap="sq">
              <a:solidFill>
                <a:srgbClr val="DDC1A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15649175" y="771968"/>
            <a:ext cx="7460997" cy="4610455"/>
            <a:chOff x="0" y="0"/>
            <a:chExt cx="986502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1118286" y="9350517"/>
            <a:ext cx="8490277" cy="4546105"/>
            <a:chOff x="0" y="0"/>
            <a:chExt cx="963906" cy="5161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3906" cy="516122"/>
            </a:xfrm>
            <a:custGeom>
              <a:avLst/>
              <a:gdLst/>
              <a:ahLst/>
              <a:cxnLst/>
              <a:rect r="r" b="b" t="t" l="l"/>
              <a:pathLst>
                <a:path h="516122" w="963906">
                  <a:moveTo>
                    <a:pt x="0" y="0"/>
                  </a:moveTo>
                  <a:lnTo>
                    <a:pt x="760706" y="0"/>
                  </a:lnTo>
                  <a:lnTo>
                    <a:pt x="963906" y="258061"/>
                  </a:lnTo>
                  <a:lnTo>
                    <a:pt x="760706" y="516122"/>
                  </a:lnTo>
                  <a:lnTo>
                    <a:pt x="0" y="516122"/>
                  </a:lnTo>
                  <a:lnTo>
                    <a:pt x="203200" y="258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38100"/>
              <a:ext cx="709906" cy="5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1396505" y="8295499"/>
            <a:ext cx="3764661" cy="4670523"/>
            <a:chOff x="0" y="0"/>
            <a:chExt cx="406400" cy="5041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504189"/>
            </a:xfrm>
            <a:custGeom>
              <a:avLst/>
              <a:gdLst/>
              <a:ahLst/>
              <a:cxnLst/>
              <a:rect r="r" b="b" t="t" l="l"/>
              <a:pathLst>
                <a:path h="504189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52094"/>
                  </a:lnTo>
                  <a:lnTo>
                    <a:pt x="203200" y="504189"/>
                  </a:lnTo>
                  <a:lnTo>
                    <a:pt x="0" y="504189"/>
                  </a:lnTo>
                  <a:lnTo>
                    <a:pt x="203200" y="252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-38100"/>
              <a:ext cx="1524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38057" y="5649122"/>
            <a:ext cx="5294011" cy="3271385"/>
            <a:chOff x="0" y="0"/>
            <a:chExt cx="986502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4891376" y="7192106"/>
            <a:ext cx="3186137" cy="1967619"/>
            <a:chOff x="0" y="0"/>
            <a:chExt cx="1151636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13362370" y="7053384"/>
            <a:ext cx="1846420" cy="1140269"/>
            <a:chOff x="0" y="0"/>
            <a:chExt cx="1151636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59326" y="7006228"/>
            <a:ext cx="1640931" cy="1013367"/>
            <a:chOff x="0" y="0"/>
            <a:chExt cx="1151636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14459326" y="5854889"/>
            <a:ext cx="1640931" cy="1013367"/>
            <a:chOff x="0" y="0"/>
            <a:chExt cx="1151636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-5400000">
            <a:off x="968427" y="236046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00000">
            <a:off x="968427" y="3131453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-1485774" y="6792494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1" y="0"/>
                </a:lnTo>
                <a:lnTo>
                  <a:pt x="2454201" y="2454202"/>
                </a:lnTo>
                <a:lnTo>
                  <a:pt x="0" y="24542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-2700000">
            <a:off x="12502682" y="3376116"/>
            <a:ext cx="1083668" cy="1083668"/>
          </a:xfrm>
          <a:custGeom>
            <a:avLst/>
            <a:gdLst/>
            <a:ahLst/>
            <a:cxnLst/>
            <a:rect r="r" b="b" t="t" l="l"/>
            <a:pathLst>
              <a:path h="1083668" w="1083668">
                <a:moveTo>
                  <a:pt x="0" y="0"/>
                </a:moveTo>
                <a:lnTo>
                  <a:pt x="1083668" y="0"/>
                </a:lnTo>
                <a:lnTo>
                  <a:pt x="1083668" y="1083668"/>
                </a:lnTo>
                <a:lnTo>
                  <a:pt x="0" y="1083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747606" y="175056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-5400000">
            <a:off x="968427" y="4973142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-5400000">
            <a:off x="968427" y="57586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-5400000">
            <a:off x="968427" y="657016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-5400000">
            <a:off x="968427" y="738677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-5400000">
            <a:off x="968427" y="912191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909661" y="3742328"/>
            <a:ext cx="8062723" cy="320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00"/>
              </a:lnSpc>
            </a:pPr>
            <a:r>
              <a:rPr lang="en-US" b="true" sz="11000">
                <a:solidFill>
                  <a:srgbClr val="745E4D"/>
                </a:solidFill>
                <a:latin typeface="Poppins Bold"/>
                <a:ea typeface="Poppins Bold"/>
                <a:cs typeface="Poppins Bold"/>
                <a:sym typeface="Poppins Bold"/>
              </a:rPr>
              <a:t>PROPOSAL</a:t>
            </a:r>
          </a:p>
          <a:p>
            <a:pPr algn="r">
              <a:lnSpc>
                <a:spcPts val="12100"/>
              </a:lnSpc>
            </a:pPr>
            <a:r>
              <a:rPr lang="en-US" b="true" sz="11000">
                <a:solidFill>
                  <a:srgbClr val="745E4D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46895" y="2274744"/>
            <a:ext cx="998365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Our team &amp; committee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46895" y="3033980"/>
            <a:ext cx="9983652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2025/2026 Overview: 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-Activity &amp; Achievement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-Financial Report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46895" y="4875669"/>
            <a:ext cx="998365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Nomination &amp; Voting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46895" y="5661164"/>
            <a:ext cx="998365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Elec</a:t>
            </a: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tion of new committees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46895" y="8998407"/>
            <a:ext cx="998365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Q&amp;A session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07168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46895" y="6460947"/>
            <a:ext cx="998365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Speech by the new committees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46895" y="7332167"/>
            <a:ext cx="998365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Handover Ceremony 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-5400000">
            <a:off x="968427" y="829549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707168" y="8209774"/>
            <a:ext cx="339753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Photo Session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0" t="0" r="-30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0366" y="2591889"/>
            <a:ext cx="5680988" cy="3510514"/>
            <a:chOff x="0" y="0"/>
            <a:chExt cx="986502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985058" y="-3517405"/>
            <a:ext cx="7159308" cy="4546105"/>
            <a:chOff x="0" y="0"/>
            <a:chExt cx="812800" cy="516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16122"/>
            </a:xfrm>
            <a:custGeom>
              <a:avLst/>
              <a:gdLst/>
              <a:ahLst/>
              <a:cxnLst/>
              <a:rect r="r" b="b" t="t" l="l"/>
              <a:pathLst>
                <a:path h="516122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58061"/>
                  </a:lnTo>
                  <a:lnTo>
                    <a:pt x="609600" y="516122"/>
                  </a:lnTo>
                  <a:lnTo>
                    <a:pt x="0" y="516122"/>
                  </a:lnTo>
                  <a:lnTo>
                    <a:pt x="203200" y="258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5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2985058" y="-2335261"/>
            <a:ext cx="3764661" cy="4670523"/>
            <a:chOff x="0" y="0"/>
            <a:chExt cx="406400" cy="504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504189"/>
            </a:xfrm>
            <a:custGeom>
              <a:avLst/>
              <a:gdLst/>
              <a:ahLst/>
              <a:cxnLst/>
              <a:rect r="r" b="b" t="t" l="l"/>
              <a:pathLst>
                <a:path h="504189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52094"/>
                  </a:lnTo>
                  <a:lnTo>
                    <a:pt x="203200" y="504189"/>
                  </a:lnTo>
                  <a:lnTo>
                    <a:pt x="0" y="504189"/>
                  </a:lnTo>
                  <a:lnTo>
                    <a:pt x="203200" y="252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524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20655" y="1297222"/>
            <a:ext cx="4935624" cy="3049923"/>
            <a:chOff x="0" y="0"/>
            <a:chExt cx="986502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64712" y="1297222"/>
            <a:ext cx="4935624" cy="3049923"/>
            <a:chOff x="0" y="0"/>
            <a:chExt cx="986502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7785872" y="1192431"/>
            <a:ext cx="10038981" cy="2036826"/>
            <a:chOff x="0" y="0"/>
            <a:chExt cx="2065634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71401" y="1527528"/>
            <a:ext cx="8353803" cy="835380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523647" y="3582217"/>
            <a:ext cx="8508877" cy="8488888"/>
          </a:xfrm>
          <a:custGeom>
            <a:avLst/>
            <a:gdLst/>
            <a:ahLst/>
            <a:cxnLst/>
            <a:rect r="r" b="b" t="t" l="l"/>
            <a:pathLst>
              <a:path h="8488888" w="8508877">
                <a:moveTo>
                  <a:pt x="0" y="0"/>
                </a:moveTo>
                <a:lnTo>
                  <a:pt x="8508877" y="0"/>
                </a:lnTo>
                <a:lnTo>
                  <a:pt x="8508877" y="8488888"/>
                </a:lnTo>
                <a:lnTo>
                  <a:pt x="0" y="8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646545" y="1712041"/>
            <a:ext cx="7603515" cy="760351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52400" cap="sq">
              <a:solidFill>
                <a:srgbClr val="745E4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39769" y="9987097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044166" y="8262725"/>
            <a:ext cx="6404594" cy="740842"/>
            <a:chOff x="0" y="0"/>
            <a:chExt cx="351333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13336" cy="406400"/>
            </a:xfrm>
            <a:custGeom>
              <a:avLst/>
              <a:gdLst/>
              <a:ahLst/>
              <a:cxnLst/>
              <a:rect r="r" b="b" t="t" l="l"/>
              <a:pathLst>
                <a:path h="406400" w="3513336">
                  <a:moveTo>
                    <a:pt x="331013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10136" y="406400"/>
                  </a:lnTo>
                  <a:lnTo>
                    <a:pt x="3513336" y="203200"/>
                  </a:lnTo>
                  <a:lnTo>
                    <a:pt x="3310136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39903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209885" y="7236321"/>
            <a:ext cx="590340" cy="590340"/>
          </a:xfrm>
          <a:custGeom>
            <a:avLst/>
            <a:gdLst/>
            <a:ahLst/>
            <a:cxnLst/>
            <a:rect r="r" b="b" t="t" l="l"/>
            <a:pathLst>
              <a:path h="590340" w="590340">
                <a:moveTo>
                  <a:pt x="0" y="0"/>
                </a:moveTo>
                <a:lnTo>
                  <a:pt x="590340" y="0"/>
                </a:lnTo>
                <a:lnTo>
                  <a:pt x="590340" y="590340"/>
                </a:lnTo>
                <a:lnTo>
                  <a:pt x="0" y="5903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7224879" y="8270010"/>
            <a:ext cx="740842" cy="740842"/>
            <a:chOff x="0" y="0"/>
            <a:chExt cx="406400" cy="406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44166" y="3815756"/>
            <a:ext cx="8209246" cy="233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CHAIRPERSON </a:t>
            </a:r>
          </a:p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BD9479"/>
                </a:solidFill>
                <a:latin typeface="Poppins Bold"/>
                <a:ea typeface="Poppins Bold"/>
                <a:cs typeface="Poppins Bold"/>
                <a:sym typeface="Poppins Bold"/>
              </a:rPr>
              <a:t>SUSIE LIM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93204" y="8326073"/>
            <a:ext cx="568376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SRC &amp; Chair of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009555" y="7346022"/>
            <a:ext cx="8514092" cy="48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8"/>
              </a:lnSpc>
            </a:pPr>
            <a:r>
              <a:rPr lang="en-US" sz="2827">
                <a:solidFill>
                  <a:srgbClr val="5B4F47"/>
                </a:solidFill>
                <a:latin typeface="Inter"/>
                <a:ea typeface="Inter"/>
                <a:cs typeface="Inter"/>
                <a:sym typeface="Inter"/>
              </a:rPr>
              <a:t>IG: susielim.s</a:t>
            </a:r>
            <a:r>
              <a:rPr lang="en-US" sz="2827">
                <a:solidFill>
                  <a:srgbClr val="5B4F47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827">
                <a:solidFill>
                  <a:srgbClr val="5B4F47"/>
                </a:solidFill>
                <a:latin typeface="Inter"/>
                <a:ea typeface="Inter"/>
                <a:cs typeface="Inter"/>
                <a:sym typeface="Inter"/>
              </a:rPr>
              <a:t>ki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521077" y="944480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0" t="0" r="-30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0366" y="2591889"/>
            <a:ext cx="5680988" cy="3510514"/>
            <a:chOff x="0" y="0"/>
            <a:chExt cx="986502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985058" y="-3517405"/>
            <a:ext cx="7159308" cy="4546105"/>
            <a:chOff x="0" y="0"/>
            <a:chExt cx="812800" cy="516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16122"/>
            </a:xfrm>
            <a:custGeom>
              <a:avLst/>
              <a:gdLst/>
              <a:ahLst/>
              <a:cxnLst/>
              <a:rect r="r" b="b" t="t" l="l"/>
              <a:pathLst>
                <a:path h="516122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58061"/>
                  </a:lnTo>
                  <a:lnTo>
                    <a:pt x="609600" y="516122"/>
                  </a:lnTo>
                  <a:lnTo>
                    <a:pt x="0" y="516122"/>
                  </a:lnTo>
                  <a:lnTo>
                    <a:pt x="203200" y="258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5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2985058" y="-2335261"/>
            <a:ext cx="3764661" cy="4670523"/>
            <a:chOff x="0" y="0"/>
            <a:chExt cx="406400" cy="504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504189"/>
            </a:xfrm>
            <a:custGeom>
              <a:avLst/>
              <a:gdLst/>
              <a:ahLst/>
              <a:cxnLst/>
              <a:rect r="r" b="b" t="t" l="l"/>
              <a:pathLst>
                <a:path h="504189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52094"/>
                  </a:lnTo>
                  <a:lnTo>
                    <a:pt x="203200" y="504189"/>
                  </a:lnTo>
                  <a:lnTo>
                    <a:pt x="0" y="504189"/>
                  </a:lnTo>
                  <a:lnTo>
                    <a:pt x="203200" y="252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524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20655" y="1297222"/>
            <a:ext cx="4935624" cy="3049923"/>
            <a:chOff x="0" y="0"/>
            <a:chExt cx="986502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64712" y="1297222"/>
            <a:ext cx="4935624" cy="3049923"/>
            <a:chOff x="0" y="0"/>
            <a:chExt cx="986502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7785872" y="1192431"/>
            <a:ext cx="10038981" cy="2036826"/>
            <a:chOff x="0" y="0"/>
            <a:chExt cx="2065634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71401" y="1527528"/>
            <a:ext cx="8353803" cy="835380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523647" y="3582217"/>
            <a:ext cx="8508877" cy="8488888"/>
          </a:xfrm>
          <a:custGeom>
            <a:avLst/>
            <a:gdLst/>
            <a:ahLst/>
            <a:cxnLst/>
            <a:rect r="r" b="b" t="t" l="l"/>
            <a:pathLst>
              <a:path h="8488888" w="8508877">
                <a:moveTo>
                  <a:pt x="0" y="0"/>
                </a:moveTo>
                <a:lnTo>
                  <a:pt x="8508877" y="0"/>
                </a:lnTo>
                <a:lnTo>
                  <a:pt x="8508877" y="8488888"/>
                </a:lnTo>
                <a:lnTo>
                  <a:pt x="0" y="8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646545" y="1712041"/>
            <a:ext cx="7603515" cy="760351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52400" cap="sq">
              <a:solidFill>
                <a:srgbClr val="745E4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39769" y="9987097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044166" y="8262725"/>
            <a:ext cx="6404594" cy="740842"/>
            <a:chOff x="0" y="0"/>
            <a:chExt cx="351333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13336" cy="406400"/>
            </a:xfrm>
            <a:custGeom>
              <a:avLst/>
              <a:gdLst/>
              <a:ahLst/>
              <a:cxnLst/>
              <a:rect r="r" b="b" t="t" l="l"/>
              <a:pathLst>
                <a:path h="406400" w="3513336">
                  <a:moveTo>
                    <a:pt x="331013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10136" y="406400"/>
                  </a:lnTo>
                  <a:lnTo>
                    <a:pt x="3513336" y="203200"/>
                  </a:lnTo>
                  <a:lnTo>
                    <a:pt x="3310136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39903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224879" y="8270010"/>
            <a:ext cx="740842" cy="740842"/>
            <a:chOff x="0" y="0"/>
            <a:chExt cx="4064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44166" y="3815756"/>
            <a:ext cx="8209246" cy="233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ADVISOR</a:t>
            </a:r>
          </a:p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BD9479"/>
                </a:solidFill>
                <a:latin typeface="Poppins Bold"/>
                <a:ea typeface="Poppins Bold"/>
                <a:cs typeface="Poppins Bold"/>
                <a:sym typeface="Poppins Bold"/>
              </a:rPr>
              <a:t>DR LEE WAH PENG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521077" y="944480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0" t="0" r="-30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1955" y="-3754254"/>
            <a:ext cx="12196424" cy="15588511"/>
            <a:chOff x="0" y="0"/>
            <a:chExt cx="16261898" cy="2078468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501939" y="8145726"/>
              <a:ext cx="7574650" cy="4680686"/>
              <a:chOff x="0" y="0"/>
              <a:chExt cx="986502" cy="6096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86502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986502">
                    <a:moveTo>
                      <a:pt x="493251" y="609600"/>
                    </a:moveTo>
                    <a:lnTo>
                      <a:pt x="0" y="0"/>
                    </a:lnTo>
                    <a:lnTo>
                      <a:pt x="986502" y="0"/>
                    </a:lnTo>
                    <a:lnTo>
                      <a:pt x="493251" y="609600"/>
                    </a:lnTo>
                    <a:close/>
                  </a:path>
                </a:pathLst>
              </a:custGeom>
              <a:solidFill>
                <a:srgbClr val="5B4F47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04919" y="-38100"/>
                <a:ext cx="376664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8822325" y="6419504"/>
              <a:ext cx="6580832" cy="4066565"/>
              <a:chOff x="0" y="0"/>
              <a:chExt cx="986502" cy="6096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5638" y="0"/>
                <a:ext cx="975227" cy="604454"/>
              </a:xfrm>
              <a:custGeom>
                <a:avLst/>
                <a:gdLst/>
                <a:ahLst/>
                <a:cxnLst/>
                <a:rect r="r" b="b" t="t" l="l"/>
                <a:pathLst>
                  <a:path h="604454" w="975227">
                    <a:moveTo>
                      <a:pt x="480830" y="601217"/>
                    </a:moveTo>
                    <a:lnTo>
                      <a:pt x="1145" y="8383"/>
                    </a:lnTo>
                    <a:cubicBezTo>
                      <a:pt x="-102" y="6841"/>
                      <a:pt x="-353" y="4720"/>
                      <a:pt x="501" y="2930"/>
                    </a:cubicBezTo>
                    <a:cubicBezTo>
                      <a:pt x="1356" y="1140"/>
                      <a:pt x="3163" y="0"/>
                      <a:pt x="5146" y="0"/>
                    </a:cubicBezTo>
                    <a:lnTo>
                      <a:pt x="970080" y="0"/>
                    </a:lnTo>
                    <a:cubicBezTo>
                      <a:pt x="972064" y="0"/>
                      <a:pt x="973871" y="1140"/>
                      <a:pt x="974725" y="2930"/>
                    </a:cubicBezTo>
                    <a:cubicBezTo>
                      <a:pt x="975579" y="4720"/>
                      <a:pt x="975329" y="6842"/>
                      <a:pt x="974081" y="8383"/>
                    </a:cubicBezTo>
                    <a:lnTo>
                      <a:pt x="494396" y="601217"/>
                    </a:lnTo>
                    <a:cubicBezTo>
                      <a:pt x="492740" y="603264"/>
                      <a:pt x="490247" y="604454"/>
                      <a:pt x="487613" y="604454"/>
                    </a:cubicBezTo>
                    <a:cubicBezTo>
                      <a:pt x="484979" y="604454"/>
                      <a:pt x="482487" y="603264"/>
                      <a:pt x="480830" y="60121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04919" y="-38100"/>
                <a:ext cx="376664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9681066" y="6419504"/>
              <a:ext cx="6580832" cy="4066565"/>
              <a:chOff x="0" y="0"/>
              <a:chExt cx="986502" cy="609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5638" y="0"/>
                <a:ext cx="975227" cy="604454"/>
              </a:xfrm>
              <a:custGeom>
                <a:avLst/>
                <a:gdLst/>
                <a:ahLst/>
                <a:cxnLst/>
                <a:rect r="r" b="b" t="t" l="l"/>
                <a:pathLst>
                  <a:path h="604454" w="975227">
                    <a:moveTo>
                      <a:pt x="480830" y="601217"/>
                    </a:moveTo>
                    <a:lnTo>
                      <a:pt x="1145" y="8383"/>
                    </a:lnTo>
                    <a:cubicBezTo>
                      <a:pt x="-102" y="6841"/>
                      <a:pt x="-353" y="4720"/>
                      <a:pt x="501" y="2930"/>
                    </a:cubicBezTo>
                    <a:cubicBezTo>
                      <a:pt x="1356" y="1140"/>
                      <a:pt x="3163" y="0"/>
                      <a:pt x="5146" y="0"/>
                    </a:cubicBezTo>
                    <a:lnTo>
                      <a:pt x="970080" y="0"/>
                    </a:lnTo>
                    <a:cubicBezTo>
                      <a:pt x="972064" y="0"/>
                      <a:pt x="973871" y="1140"/>
                      <a:pt x="974725" y="2930"/>
                    </a:cubicBezTo>
                    <a:cubicBezTo>
                      <a:pt x="975579" y="4720"/>
                      <a:pt x="975329" y="6842"/>
                      <a:pt x="974081" y="8383"/>
                    </a:cubicBezTo>
                    <a:lnTo>
                      <a:pt x="494396" y="601217"/>
                    </a:lnTo>
                    <a:cubicBezTo>
                      <a:pt x="492740" y="603264"/>
                      <a:pt x="490247" y="604454"/>
                      <a:pt x="487613" y="604454"/>
                    </a:cubicBezTo>
                    <a:cubicBezTo>
                      <a:pt x="484979" y="604454"/>
                      <a:pt x="482487" y="603264"/>
                      <a:pt x="480830" y="601217"/>
                    </a:cubicBezTo>
                    <a:close/>
                  </a:path>
                </a:pathLst>
              </a:custGeom>
              <a:solidFill>
                <a:srgbClr val="BD947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304919" y="-38100"/>
                <a:ext cx="376664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3066285">
              <a:off x="-1433512" y="6787842"/>
              <a:ext cx="13385308" cy="2715768"/>
              <a:chOff x="0" y="0"/>
              <a:chExt cx="2065634" cy="4191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65634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2065634">
                    <a:moveTo>
                      <a:pt x="15062" y="0"/>
                    </a:moveTo>
                    <a:lnTo>
                      <a:pt x="2050572" y="0"/>
                    </a:lnTo>
                    <a:cubicBezTo>
                      <a:pt x="2054566" y="0"/>
                      <a:pt x="2058398" y="1587"/>
                      <a:pt x="2061222" y="4412"/>
                    </a:cubicBezTo>
                    <a:cubicBezTo>
                      <a:pt x="2064047" y="7236"/>
                      <a:pt x="2065634" y="11067"/>
                      <a:pt x="2065634" y="15062"/>
                    </a:cubicBezTo>
                    <a:lnTo>
                      <a:pt x="2065634" y="404038"/>
                    </a:lnTo>
                    <a:cubicBezTo>
                      <a:pt x="2065634" y="412356"/>
                      <a:pt x="2058890" y="419100"/>
                      <a:pt x="2050572" y="419100"/>
                    </a:cubicBezTo>
                    <a:lnTo>
                      <a:pt x="15062" y="419100"/>
                    </a:lnTo>
                    <a:cubicBezTo>
                      <a:pt x="11067" y="419100"/>
                      <a:pt x="7236" y="417513"/>
                      <a:pt x="4412" y="414688"/>
                    </a:cubicBezTo>
                    <a:cubicBezTo>
                      <a:pt x="1587" y="411864"/>
                      <a:pt x="0" y="408033"/>
                      <a:pt x="0" y="404038"/>
                    </a:cubicBezTo>
                    <a:lnTo>
                      <a:pt x="0" y="15062"/>
                    </a:lnTo>
                    <a:cubicBezTo>
                      <a:pt x="0" y="11067"/>
                      <a:pt x="1587" y="7236"/>
                      <a:pt x="4412" y="4412"/>
                    </a:cubicBezTo>
                    <a:cubicBezTo>
                      <a:pt x="7236" y="1587"/>
                      <a:pt x="11067" y="0"/>
                      <a:pt x="15062" y="0"/>
                    </a:cubicBezTo>
                    <a:close/>
                  </a:path>
                </a:pathLst>
              </a:custGeom>
              <a:solidFill>
                <a:srgbClr val="DDC1A7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65634" cy="457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315534" y="9187710"/>
              <a:ext cx="11138404" cy="11138404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626313" y="9466164"/>
              <a:ext cx="11345169" cy="11318517"/>
            </a:xfrm>
            <a:custGeom>
              <a:avLst/>
              <a:gdLst/>
              <a:ahLst/>
              <a:cxnLst/>
              <a:rect r="r" b="b" t="t" l="l"/>
              <a:pathLst>
                <a:path h="11318517" w="11345169">
                  <a:moveTo>
                    <a:pt x="0" y="0"/>
                  </a:moveTo>
                  <a:lnTo>
                    <a:pt x="11345169" y="0"/>
                  </a:lnTo>
                  <a:lnTo>
                    <a:pt x="11345169" y="11318517"/>
                  </a:lnTo>
                  <a:lnTo>
                    <a:pt x="0" y="1131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-10800000">
              <a:off x="4908194" y="0"/>
              <a:ext cx="9545744" cy="6061474"/>
              <a:chOff x="0" y="0"/>
              <a:chExt cx="812800" cy="51612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516122"/>
              </a:xfrm>
              <a:custGeom>
                <a:avLst/>
                <a:gdLst/>
                <a:ahLst/>
                <a:cxnLst/>
                <a:rect r="r" b="b" t="t" l="l"/>
                <a:pathLst>
                  <a:path h="516122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58061"/>
                    </a:lnTo>
                    <a:lnTo>
                      <a:pt x="609600" y="516122"/>
                    </a:lnTo>
                    <a:lnTo>
                      <a:pt x="0" y="516122"/>
                    </a:lnTo>
                    <a:lnTo>
                      <a:pt x="203200" y="2580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D947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77800" y="-38100"/>
                <a:ext cx="558800" cy="5542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10800000">
              <a:off x="4908194" y="1576192"/>
              <a:ext cx="5019548" cy="6227364"/>
              <a:chOff x="0" y="0"/>
              <a:chExt cx="406400" cy="50418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06400" cy="504189"/>
              </a:xfrm>
              <a:custGeom>
                <a:avLst/>
                <a:gdLst/>
                <a:ahLst/>
                <a:cxnLst/>
                <a:rect r="r" b="b" t="t" l="l"/>
                <a:pathLst>
                  <a:path h="504189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52094"/>
                    </a:lnTo>
                    <a:lnTo>
                      <a:pt x="203200" y="504189"/>
                    </a:lnTo>
                    <a:lnTo>
                      <a:pt x="0" y="504189"/>
                    </a:lnTo>
                    <a:lnTo>
                      <a:pt x="203200" y="2520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B4F47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77800" y="-38100"/>
                <a:ext cx="152400" cy="5422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815726" y="9466164"/>
              <a:ext cx="10138020" cy="10138020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24999" t="0" r="-25000" b="0"/>
                </a:stretch>
              </a:blipFill>
              <a:ln w="152400" cap="sq">
                <a:solidFill>
                  <a:srgbClr val="745E4D"/>
                </a:solidFill>
                <a:prstDash val="solid"/>
                <a:miter/>
              </a:ln>
            </p:spPr>
          </p:sp>
        </p:grpSp>
      </p:grpSp>
      <p:grpSp>
        <p:nvGrpSpPr>
          <p:cNvPr name="Group 28" id="28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639769" y="9987097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46" id="46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6335712" y="150988"/>
            <a:ext cx="5616576" cy="9985024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407984" y="4049526"/>
            <a:ext cx="6585428" cy="467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4"/>
              </a:lnSpc>
            </a:pPr>
            <a:r>
              <a:rPr lang="en-US" sz="6630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LAST Y</a:t>
            </a:r>
            <a:r>
              <a:rPr lang="en-US" b="true" sz="6630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EAR RECAP</a:t>
            </a:r>
          </a:p>
          <a:p>
            <a:pPr algn="l">
              <a:lnSpc>
                <a:spcPts val="7294"/>
              </a:lnSpc>
            </a:pPr>
          </a:p>
          <a:p>
            <a:pPr algn="l">
              <a:lnSpc>
                <a:spcPts val="7294"/>
              </a:lnSpc>
            </a:pPr>
            <a:r>
              <a:rPr lang="en-US" b="true" sz="6630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ACTIVITY AND ACHIEVEMENT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21077" y="944480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2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6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986311" y="1934427"/>
            <a:ext cx="7617207" cy="2036826"/>
            <a:chOff x="0" y="0"/>
            <a:chExt cx="156732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122245">
            <a:off x="11023087" y="7391256"/>
            <a:ext cx="10906821" cy="2036826"/>
            <a:chOff x="0" y="0"/>
            <a:chExt cx="2244202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4202" cy="419100"/>
            </a:xfrm>
            <a:custGeom>
              <a:avLst/>
              <a:gdLst/>
              <a:ahLst/>
              <a:cxnLst/>
              <a:rect r="r" b="b" t="t" l="l"/>
              <a:pathLst>
                <a:path h="419100" w="2244202">
                  <a:moveTo>
                    <a:pt x="13864" y="0"/>
                  </a:moveTo>
                  <a:lnTo>
                    <a:pt x="2230338" y="0"/>
                  </a:lnTo>
                  <a:cubicBezTo>
                    <a:pt x="2237995" y="0"/>
                    <a:pt x="2244202" y="6207"/>
                    <a:pt x="2244202" y="13864"/>
                  </a:cubicBezTo>
                  <a:lnTo>
                    <a:pt x="2244202" y="405236"/>
                  </a:lnTo>
                  <a:cubicBezTo>
                    <a:pt x="2244202" y="412893"/>
                    <a:pt x="2237995" y="419100"/>
                    <a:pt x="2230338" y="419100"/>
                  </a:cubicBezTo>
                  <a:lnTo>
                    <a:pt x="13864" y="419100"/>
                  </a:lnTo>
                  <a:cubicBezTo>
                    <a:pt x="6207" y="419100"/>
                    <a:pt x="0" y="412893"/>
                    <a:pt x="0" y="405236"/>
                  </a:cubicBezTo>
                  <a:lnTo>
                    <a:pt x="0" y="13864"/>
                  </a:lnTo>
                  <a:cubicBezTo>
                    <a:pt x="0" y="6207"/>
                    <a:pt x="6207" y="0"/>
                    <a:pt x="13864" y="0"/>
                  </a:cubicBez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4420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3066285">
            <a:off x="6568427" y="-1018413"/>
            <a:ext cx="10038981" cy="2036826"/>
            <a:chOff x="0" y="0"/>
            <a:chExt cx="2065634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47469" y="-1594486"/>
            <a:ext cx="8664845" cy="866484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733002" y="-1525987"/>
            <a:ext cx="8978748" cy="8957655"/>
          </a:xfrm>
          <a:custGeom>
            <a:avLst/>
            <a:gdLst/>
            <a:ahLst/>
            <a:cxnLst/>
            <a:rect r="r" b="b" t="t" l="l"/>
            <a:pathLst>
              <a:path h="8957655" w="8978748">
                <a:moveTo>
                  <a:pt x="0" y="0"/>
                </a:moveTo>
                <a:lnTo>
                  <a:pt x="8978747" y="0"/>
                </a:lnTo>
                <a:lnTo>
                  <a:pt x="8978747" y="8957654"/>
                </a:lnTo>
                <a:lnTo>
                  <a:pt x="0" y="8957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222028" y="-1211908"/>
            <a:ext cx="8036394" cy="803639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1122" t="0" r="-11122" b="0"/>
              </a:stretch>
            </a:blipFill>
            <a:ln w="152400" cap="sq">
              <a:solidFill>
                <a:srgbClr val="5B4F4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-10800000">
            <a:off x="16476498" y="8213146"/>
            <a:ext cx="3384807" cy="2090309"/>
            <a:chOff x="0" y="0"/>
            <a:chExt cx="1151636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533121" y="175056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28700" y="1790289"/>
            <a:ext cx="9295051" cy="72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799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25/26</a:t>
            </a:r>
            <a:r>
              <a:rPr lang="en-US" b="true" sz="47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 FINANCIAL REPORTING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414429" y="41168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44528" y="2106218"/>
            <a:ext cx="10189" cy="35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5"/>
              </a:lnSpc>
              <a:spcBef>
                <a:spcPct val="0"/>
              </a:spcBef>
            </a:pPr>
          </a:p>
        </p:txBody>
      </p:sp>
      <p:grpSp>
        <p:nvGrpSpPr>
          <p:cNvPr name="Group 43" id="43"/>
          <p:cNvGrpSpPr/>
          <p:nvPr/>
        </p:nvGrpSpPr>
        <p:grpSpPr>
          <a:xfrm rot="0">
            <a:off x="1044166" y="8753282"/>
            <a:ext cx="6404594" cy="740842"/>
            <a:chOff x="0" y="0"/>
            <a:chExt cx="3513336" cy="406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13336" cy="406400"/>
            </a:xfrm>
            <a:custGeom>
              <a:avLst/>
              <a:gdLst/>
              <a:ahLst/>
              <a:cxnLst/>
              <a:rect r="r" b="b" t="t" l="l"/>
              <a:pathLst>
                <a:path h="406400" w="3513336">
                  <a:moveTo>
                    <a:pt x="331013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10136" y="406400"/>
                  </a:lnTo>
                  <a:lnTo>
                    <a:pt x="3513336" y="203200"/>
                  </a:lnTo>
                  <a:lnTo>
                    <a:pt x="3310136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39903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224879" y="8760567"/>
            <a:ext cx="740842" cy="740842"/>
            <a:chOff x="0" y="0"/>
            <a:chExt cx="406400" cy="406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93204" y="8816630"/>
            <a:ext cx="5683766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 TARVEEN KAUR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35072" y="4460380"/>
            <a:ext cx="8254320" cy="158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LAST YEAR ACCOUNT BALANCES IS RM16.5K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3122245">
            <a:off x="11023087" y="7391256"/>
            <a:ext cx="10906821" cy="2036826"/>
            <a:chOff x="0" y="0"/>
            <a:chExt cx="2244202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4202" cy="419100"/>
            </a:xfrm>
            <a:custGeom>
              <a:avLst/>
              <a:gdLst/>
              <a:ahLst/>
              <a:cxnLst/>
              <a:rect r="r" b="b" t="t" l="l"/>
              <a:pathLst>
                <a:path h="419100" w="2244202">
                  <a:moveTo>
                    <a:pt x="13864" y="0"/>
                  </a:moveTo>
                  <a:lnTo>
                    <a:pt x="2230338" y="0"/>
                  </a:lnTo>
                  <a:cubicBezTo>
                    <a:pt x="2237995" y="0"/>
                    <a:pt x="2244202" y="6207"/>
                    <a:pt x="2244202" y="13864"/>
                  </a:cubicBezTo>
                  <a:lnTo>
                    <a:pt x="2244202" y="405236"/>
                  </a:lnTo>
                  <a:cubicBezTo>
                    <a:pt x="2244202" y="412893"/>
                    <a:pt x="2237995" y="419100"/>
                    <a:pt x="2230338" y="419100"/>
                  </a:cubicBezTo>
                  <a:lnTo>
                    <a:pt x="13864" y="419100"/>
                  </a:lnTo>
                  <a:cubicBezTo>
                    <a:pt x="6207" y="419100"/>
                    <a:pt x="0" y="412893"/>
                    <a:pt x="0" y="405236"/>
                  </a:cubicBezTo>
                  <a:lnTo>
                    <a:pt x="0" y="13864"/>
                  </a:lnTo>
                  <a:cubicBezTo>
                    <a:pt x="0" y="6207"/>
                    <a:pt x="6207" y="0"/>
                    <a:pt x="13864" y="0"/>
                  </a:cubicBez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4420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31120" y="-2951300"/>
            <a:ext cx="8978748" cy="8957655"/>
          </a:xfrm>
          <a:custGeom>
            <a:avLst/>
            <a:gdLst/>
            <a:ahLst/>
            <a:cxnLst/>
            <a:rect r="r" b="b" t="t" l="l"/>
            <a:pathLst>
              <a:path h="8957655" w="8978748">
                <a:moveTo>
                  <a:pt x="0" y="0"/>
                </a:moveTo>
                <a:lnTo>
                  <a:pt x="8978748" y="0"/>
                </a:lnTo>
                <a:lnTo>
                  <a:pt x="8978748" y="8957655"/>
                </a:lnTo>
                <a:lnTo>
                  <a:pt x="0" y="8957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16476498" y="8213146"/>
            <a:ext cx="3384807" cy="2090309"/>
            <a:chOff x="0" y="0"/>
            <a:chExt cx="1151636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533121" y="175056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aphicFrame>
        <p:nvGraphicFramePr>
          <p:cNvPr name="Object 28" id="28"/>
          <p:cNvGraphicFramePr/>
          <p:nvPr/>
        </p:nvGraphicFramePr>
        <p:xfrm>
          <a:off x="1028700" y="2458828"/>
          <a:ext cx="7586157" cy="4274588"/>
        </p:xfrm>
        <a:graphic>
          <a:graphicData uri="http://schemas.openxmlformats.org/presentationml/2006/ole">
            <p:oleObj imgW="9105900" imgH="57912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14429" y="41168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44528" y="2106218"/>
            <a:ext cx="10189" cy="35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13338" y="1934427"/>
            <a:ext cx="7617207" cy="2036826"/>
            <a:chOff x="0" y="0"/>
            <a:chExt cx="156732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122245">
            <a:off x="6493811" y="7474039"/>
            <a:ext cx="10906821" cy="2036826"/>
            <a:chOff x="0" y="0"/>
            <a:chExt cx="2244202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4202" cy="419100"/>
            </a:xfrm>
            <a:custGeom>
              <a:avLst/>
              <a:gdLst/>
              <a:ahLst/>
              <a:cxnLst/>
              <a:rect r="r" b="b" t="t" l="l"/>
              <a:pathLst>
                <a:path h="419100" w="2244202">
                  <a:moveTo>
                    <a:pt x="13864" y="0"/>
                  </a:moveTo>
                  <a:lnTo>
                    <a:pt x="2230338" y="0"/>
                  </a:lnTo>
                  <a:cubicBezTo>
                    <a:pt x="2237995" y="0"/>
                    <a:pt x="2244202" y="6207"/>
                    <a:pt x="2244202" y="13864"/>
                  </a:cubicBezTo>
                  <a:lnTo>
                    <a:pt x="2244202" y="405236"/>
                  </a:lnTo>
                  <a:cubicBezTo>
                    <a:pt x="2244202" y="412893"/>
                    <a:pt x="2237995" y="419100"/>
                    <a:pt x="2230338" y="419100"/>
                  </a:cubicBezTo>
                  <a:lnTo>
                    <a:pt x="13864" y="419100"/>
                  </a:lnTo>
                  <a:cubicBezTo>
                    <a:pt x="6207" y="419100"/>
                    <a:pt x="0" y="412893"/>
                    <a:pt x="0" y="405236"/>
                  </a:cubicBezTo>
                  <a:lnTo>
                    <a:pt x="0" y="13864"/>
                  </a:lnTo>
                  <a:cubicBezTo>
                    <a:pt x="0" y="6207"/>
                    <a:pt x="6207" y="0"/>
                    <a:pt x="13864" y="0"/>
                  </a:cubicBez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4420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3066285">
            <a:off x="8295453" y="-1018413"/>
            <a:ext cx="10038981" cy="2036826"/>
            <a:chOff x="0" y="0"/>
            <a:chExt cx="2065634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35043" y="6472948"/>
            <a:ext cx="7104297" cy="2919680"/>
            <a:chOff x="0" y="0"/>
            <a:chExt cx="1202879" cy="494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43383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24102" y="6756133"/>
            <a:ext cx="5726180" cy="2353310"/>
            <a:chOff x="0" y="0"/>
            <a:chExt cx="1202879" cy="494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99137" y="6894844"/>
            <a:ext cx="5051144" cy="2075888"/>
            <a:chOff x="0" y="0"/>
            <a:chExt cx="1202879" cy="4943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4495" y="-1594486"/>
            <a:ext cx="8664845" cy="866484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460028" y="-1525987"/>
            <a:ext cx="8978748" cy="8957655"/>
          </a:xfrm>
          <a:custGeom>
            <a:avLst/>
            <a:gdLst/>
            <a:ahLst/>
            <a:cxnLst/>
            <a:rect r="r" b="b" t="t" l="l"/>
            <a:pathLst>
              <a:path h="8957655" w="8978748">
                <a:moveTo>
                  <a:pt x="0" y="0"/>
                </a:moveTo>
                <a:lnTo>
                  <a:pt x="8978748" y="0"/>
                </a:lnTo>
                <a:lnTo>
                  <a:pt x="8978748" y="8957654"/>
                </a:lnTo>
                <a:lnTo>
                  <a:pt x="0" y="8957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788721" y="-1280261"/>
            <a:ext cx="8036394" cy="80363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5644" t="0" r="-67004" b="0"/>
              </a:stretch>
            </a:blipFill>
            <a:ln w="152400" cap="sq">
              <a:solidFill>
                <a:srgbClr val="745E4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-10800000">
            <a:off x="12188115" y="8196691"/>
            <a:ext cx="3384807" cy="2090309"/>
            <a:chOff x="0" y="0"/>
            <a:chExt cx="1151636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430047" y="9616466"/>
            <a:ext cx="4091894" cy="933450"/>
            <a:chOff x="0" y="0"/>
            <a:chExt cx="1077700" cy="2458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7700" cy="245847"/>
            </a:xfrm>
            <a:custGeom>
              <a:avLst/>
              <a:gdLst/>
              <a:ahLst/>
              <a:cxnLst/>
              <a:rect r="r" b="b" t="t" l="l"/>
              <a:pathLst>
                <a:path h="245847" w="1077700">
                  <a:moveTo>
                    <a:pt x="203200" y="245847"/>
                  </a:moveTo>
                  <a:lnTo>
                    <a:pt x="874500" y="245847"/>
                  </a:lnTo>
                  <a:lnTo>
                    <a:pt x="1077700" y="0"/>
                  </a:lnTo>
                  <a:lnTo>
                    <a:pt x="0" y="0"/>
                  </a:lnTo>
                  <a:lnTo>
                    <a:pt x="203200" y="245847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-38100"/>
              <a:ext cx="823700" cy="283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915257" y="8043994"/>
            <a:ext cx="740842" cy="740842"/>
            <a:chOff x="0" y="0"/>
            <a:chExt cx="4064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8043994"/>
            <a:ext cx="8115300" cy="740842"/>
            <a:chOff x="0" y="0"/>
            <a:chExt cx="4451770" cy="406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51770" cy="406400"/>
            </a:xfrm>
            <a:custGeom>
              <a:avLst/>
              <a:gdLst/>
              <a:ahLst/>
              <a:cxnLst/>
              <a:rect r="r" b="b" t="t" l="l"/>
              <a:pathLst>
                <a:path h="406400" w="4451770">
                  <a:moveTo>
                    <a:pt x="424857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4248570" y="406400"/>
                  </a:lnTo>
                  <a:lnTo>
                    <a:pt x="4451770" y="203200"/>
                  </a:lnTo>
                  <a:lnTo>
                    <a:pt x="4248570" y="0"/>
                  </a:lnTo>
                  <a:close/>
                </a:path>
              </a:pathLst>
            </a:custGeom>
            <a:solidFill>
              <a:srgbClr val="43383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33747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533121" y="175056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028700" y="5653117"/>
            <a:ext cx="10677937" cy="202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COMMITTEE</a:t>
            </a:r>
            <a:r>
              <a:rPr lang="en-US" b="true" sz="69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 ROLE AND RESPONSIBILITIES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4643" y="8088342"/>
            <a:ext cx="693998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Comittee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414429" y="40966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 &amp; 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7513" t="0" r="-71446" b="-4323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91657" y="4683570"/>
            <a:ext cx="740842" cy="740842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56832" y="4676284"/>
            <a:ext cx="4986293" cy="740842"/>
            <a:chOff x="0" y="0"/>
            <a:chExt cx="273530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306" cy="406400"/>
            </a:xfrm>
            <a:custGeom>
              <a:avLst/>
              <a:gdLst/>
              <a:ahLst/>
              <a:cxnLst/>
              <a:rect r="r" b="b" t="t" l="l"/>
              <a:pathLst>
                <a:path h="406400" w="2735306">
                  <a:moveTo>
                    <a:pt x="253210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2106" y="406400"/>
                  </a:lnTo>
                  <a:lnTo>
                    <a:pt x="2735306" y="203200"/>
                  </a:lnTo>
                  <a:lnTo>
                    <a:pt x="2532106" y="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6210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602903" y="6804098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2"/>
                </a:lnTo>
                <a:lnTo>
                  <a:pt x="0" y="24542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028700" y="1799814"/>
            <a:ext cx="12355780" cy="1050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HEAD OF DEPARTMENT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56832" y="5643487"/>
            <a:ext cx="9423737" cy="347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16" indent="-233108" lvl="1">
              <a:lnSpc>
                <a:spcPts val="3023"/>
              </a:lnSpc>
              <a:buFont typeface="Arial"/>
              <a:buChar char="•"/>
            </a:pPr>
            <a:r>
              <a:rPr lang="en-US" b="true" sz="215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Publicity: </a:t>
            </a:r>
            <a:r>
              <a:rPr lang="en-US" sz="215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Design peripheral OR Graphic design, Boardcasting, run social media, promote events.</a:t>
            </a:r>
          </a:p>
          <a:p>
            <a:pPr algn="l" marL="466216" indent="-233108" lvl="1">
              <a:lnSpc>
                <a:spcPts val="3023"/>
              </a:lnSpc>
              <a:buFont typeface="Arial"/>
              <a:buChar char="•"/>
            </a:pPr>
            <a:r>
              <a:rPr lang="en-US" b="true" sz="215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Public Relations</a:t>
            </a:r>
            <a:r>
              <a:rPr lang="en-US" sz="215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: External Networking, Public Image, Communication, Contract Negotiation </a:t>
            </a:r>
          </a:p>
          <a:p>
            <a:pPr algn="l" marL="466216" indent="-233108" lvl="1">
              <a:lnSpc>
                <a:spcPts val="3023"/>
              </a:lnSpc>
              <a:buFont typeface="Arial"/>
              <a:buChar char="•"/>
            </a:pPr>
            <a:r>
              <a:rPr lang="en-US" b="true" sz="215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Event Organization (Productions)</a:t>
            </a:r>
            <a:r>
              <a:rPr lang="en-US" sz="215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: Plan events, Directing logistics, Ensure quality, and decide how an event is staffed</a:t>
            </a:r>
          </a:p>
          <a:p>
            <a:pPr algn="l" marL="466216" indent="-233108" lvl="1">
              <a:lnSpc>
                <a:spcPts val="3023"/>
              </a:lnSpc>
              <a:buFont typeface="Arial"/>
              <a:buChar char="•"/>
            </a:pPr>
            <a:r>
              <a:rPr lang="en-US" b="true" sz="215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Fundraising &amp; Future Planning</a:t>
            </a:r>
            <a:r>
              <a:rPr lang="en-US" sz="215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: Initiatives new activities &amp; Event, find potential sponsors, Redirect details executions to other dept.</a:t>
            </a:r>
          </a:p>
          <a:p>
            <a:pPr algn="l">
              <a:lnSpc>
                <a:spcPts val="3023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247332" y="4720632"/>
            <a:ext cx="456802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Expected outcomes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84968" y="2753130"/>
            <a:ext cx="4019738" cy="35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2277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COMMITTEE MEMBERS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47114" y="9768022"/>
            <a:ext cx="3086100" cy="1543050"/>
            <a:chOff x="0" y="0"/>
            <a:chExt cx="812800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5642" y="9768022"/>
            <a:ext cx="1897852" cy="1543050"/>
            <a:chOff x="0" y="0"/>
            <a:chExt cx="499846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133299" y="5416635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73280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54572" y="6839325"/>
            <a:ext cx="16387366" cy="664668"/>
            <a:chOff x="0" y="0"/>
            <a:chExt cx="5056294" cy="2050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56294" cy="205082"/>
            </a:xfrm>
            <a:custGeom>
              <a:avLst/>
              <a:gdLst/>
              <a:ahLst/>
              <a:cxnLst/>
              <a:rect r="r" b="b" t="t" l="l"/>
              <a:pathLst>
                <a:path h="205082" w="5056294">
                  <a:moveTo>
                    <a:pt x="9227" y="0"/>
                  </a:moveTo>
                  <a:lnTo>
                    <a:pt x="5047067" y="0"/>
                  </a:lnTo>
                  <a:cubicBezTo>
                    <a:pt x="5049515" y="0"/>
                    <a:pt x="5051861" y="972"/>
                    <a:pt x="5053592" y="2703"/>
                  </a:cubicBezTo>
                  <a:cubicBezTo>
                    <a:pt x="5055322" y="4433"/>
                    <a:pt x="5056294" y="6780"/>
                    <a:pt x="5056294" y="9227"/>
                  </a:cubicBezTo>
                  <a:lnTo>
                    <a:pt x="5056294" y="195855"/>
                  </a:lnTo>
                  <a:cubicBezTo>
                    <a:pt x="5056294" y="198302"/>
                    <a:pt x="5055322" y="200649"/>
                    <a:pt x="5053592" y="202380"/>
                  </a:cubicBezTo>
                  <a:cubicBezTo>
                    <a:pt x="5051861" y="204110"/>
                    <a:pt x="5049515" y="205082"/>
                    <a:pt x="5047067" y="205082"/>
                  </a:cubicBezTo>
                  <a:lnTo>
                    <a:pt x="9227" y="205082"/>
                  </a:lnTo>
                  <a:cubicBezTo>
                    <a:pt x="6780" y="205082"/>
                    <a:pt x="4433" y="204110"/>
                    <a:pt x="2703" y="202380"/>
                  </a:cubicBezTo>
                  <a:cubicBezTo>
                    <a:pt x="972" y="200649"/>
                    <a:pt x="0" y="198302"/>
                    <a:pt x="0" y="195855"/>
                  </a:cubicBezTo>
                  <a:lnTo>
                    <a:pt x="0" y="9227"/>
                  </a:lnTo>
                  <a:cubicBezTo>
                    <a:pt x="0" y="6780"/>
                    <a:pt x="972" y="4433"/>
                    <a:pt x="2703" y="2703"/>
                  </a:cubicBezTo>
                  <a:cubicBezTo>
                    <a:pt x="4433" y="972"/>
                    <a:pt x="6780" y="0"/>
                    <a:pt x="9227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056294" cy="24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Treasurer 财政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→ Resolve money issues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34326" y="2334516"/>
            <a:ext cx="6215071" cy="4504967"/>
            <a:chOff x="0" y="0"/>
            <a:chExt cx="8286761" cy="600662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054600" y="0"/>
              <a:ext cx="3968691" cy="3044991"/>
              <a:chOff x="0" y="0"/>
              <a:chExt cx="678655" cy="5207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20444" y="14070"/>
                <a:ext cx="637767" cy="492559"/>
              </a:xfrm>
              <a:custGeom>
                <a:avLst/>
                <a:gdLst/>
                <a:ahLst/>
                <a:cxnLst/>
                <a:rect r="r" b="b" t="t" l="l"/>
                <a:pathLst>
                  <a:path h="492559" w="637767">
                    <a:moveTo>
                      <a:pt x="351772" y="11164"/>
                    </a:moveTo>
                    <a:lnTo>
                      <a:pt x="625322" y="221046"/>
                    </a:lnTo>
                    <a:cubicBezTo>
                      <a:pt x="633168" y="227066"/>
                      <a:pt x="637767" y="236392"/>
                      <a:pt x="637767" y="246280"/>
                    </a:cubicBezTo>
                    <a:cubicBezTo>
                      <a:pt x="637767" y="256168"/>
                      <a:pt x="633168" y="265494"/>
                      <a:pt x="625322" y="271514"/>
                    </a:cubicBezTo>
                    <a:lnTo>
                      <a:pt x="351772" y="481396"/>
                    </a:lnTo>
                    <a:cubicBezTo>
                      <a:pt x="332372" y="496281"/>
                      <a:pt x="305394" y="496281"/>
                      <a:pt x="285995" y="481396"/>
                    </a:cubicBezTo>
                    <a:lnTo>
                      <a:pt x="12444" y="271514"/>
                    </a:lnTo>
                    <a:cubicBezTo>
                      <a:pt x="4599" y="265494"/>
                      <a:pt x="0" y="256168"/>
                      <a:pt x="0" y="246280"/>
                    </a:cubicBezTo>
                    <a:cubicBezTo>
                      <a:pt x="0" y="236392"/>
                      <a:pt x="4599" y="227066"/>
                      <a:pt x="12444" y="221046"/>
                    </a:cubicBezTo>
                    <a:lnTo>
                      <a:pt x="285995" y="11164"/>
                    </a:lnTo>
                    <a:cubicBezTo>
                      <a:pt x="305394" y="-3721"/>
                      <a:pt x="332372" y="-3721"/>
                      <a:pt x="351772" y="11164"/>
                    </a:cubicBezTo>
                    <a:close/>
                  </a:path>
                </a:pathLst>
              </a:custGeom>
              <a:solidFill>
                <a:srgbClr val="C7FAE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59683" y="76200"/>
                <a:ext cx="359288" cy="330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Event Organization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生产部</a:t>
                </a:r>
              </a:p>
            </p:txBody>
          </p:sp>
        </p:grpSp>
        <p:sp>
          <p:nvSpPr>
            <p:cNvPr name="AutoShape 18" id="18"/>
            <p:cNvSpPr/>
            <p:nvPr/>
          </p:nvSpPr>
          <p:spPr>
            <a:xfrm>
              <a:off x="4898025" y="1522496"/>
              <a:ext cx="3388539" cy="2638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3038946" y="2958776"/>
              <a:ext cx="25400" cy="304763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3294608"/>
              <a:ext cx="2963033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Recurring Handling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280507" y="978525"/>
              <a:ext cx="2607288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Event Promotion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404064" y="2437761"/>
            <a:ext cx="5555736" cy="4400572"/>
            <a:chOff x="0" y="0"/>
            <a:chExt cx="7407648" cy="586742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804206" cy="3443397"/>
              <a:chOff x="0" y="0"/>
              <a:chExt cx="1045046" cy="74903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7587" y="11005"/>
                <a:ext cx="1009871" cy="727024"/>
              </a:xfrm>
              <a:custGeom>
                <a:avLst/>
                <a:gdLst/>
                <a:ahLst/>
                <a:cxnLst/>
                <a:rect r="r" b="b" t="t" l="l"/>
                <a:pathLst>
                  <a:path h="727024" w="1009871">
                    <a:moveTo>
                      <a:pt x="532769" y="8944"/>
                    </a:moveTo>
                    <a:lnTo>
                      <a:pt x="999626" y="343562"/>
                    </a:lnTo>
                    <a:cubicBezTo>
                      <a:pt x="1006057" y="348172"/>
                      <a:pt x="1009872" y="355599"/>
                      <a:pt x="1009872" y="363512"/>
                    </a:cubicBezTo>
                    <a:cubicBezTo>
                      <a:pt x="1009872" y="371424"/>
                      <a:pt x="1006057" y="378851"/>
                      <a:pt x="999626" y="383461"/>
                    </a:cubicBezTo>
                    <a:lnTo>
                      <a:pt x="532769" y="718079"/>
                    </a:lnTo>
                    <a:cubicBezTo>
                      <a:pt x="516130" y="730005"/>
                      <a:pt x="493742" y="730005"/>
                      <a:pt x="477103" y="718079"/>
                    </a:cubicBezTo>
                    <a:lnTo>
                      <a:pt x="10246" y="383461"/>
                    </a:lnTo>
                    <a:cubicBezTo>
                      <a:pt x="3815" y="378851"/>
                      <a:pt x="0" y="371424"/>
                      <a:pt x="0" y="363512"/>
                    </a:cubicBezTo>
                    <a:cubicBezTo>
                      <a:pt x="0" y="355599"/>
                      <a:pt x="3815" y="348172"/>
                      <a:pt x="10246" y="343562"/>
                    </a:cubicBezTo>
                    <a:lnTo>
                      <a:pt x="477103" y="8944"/>
                    </a:lnTo>
                    <a:cubicBezTo>
                      <a:pt x="493742" y="-2982"/>
                      <a:pt x="516130" y="-2982"/>
                      <a:pt x="532769" y="8944"/>
                    </a:cubicBezTo>
                    <a:close/>
                  </a:path>
                </a:pathLst>
              </a:custGeom>
              <a:solidFill>
                <a:srgbClr val="FFC2C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245893" y="126322"/>
                <a:ext cx="553260" cy="4582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Fundraising &amp; Future Planning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创意规划部</a:t>
                </a:r>
              </a:p>
            </p:txBody>
          </p:sp>
        </p:grpSp>
        <p:sp>
          <p:nvSpPr>
            <p:cNvPr name="AutoShape 26" id="26"/>
            <p:cNvSpPr/>
            <p:nvPr/>
          </p:nvSpPr>
          <p:spPr>
            <a:xfrm flipV="true">
              <a:off x="4673754" y="1383514"/>
              <a:ext cx="2369041" cy="33818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2402103" y="3361771"/>
              <a:ext cx="0" cy="250565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4343390" y="427217"/>
              <a:ext cx="3064258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 Event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(No comms barrier)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32587" y="3297833"/>
              <a:ext cx="1869515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 Funding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(No comms barrier)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54572" y="7684968"/>
            <a:ext cx="16387366" cy="664668"/>
            <a:chOff x="0" y="0"/>
            <a:chExt cx="5056294" cy="2050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56294" cy="205082"/>
            </a:xfrm>
            <a:custGeom>
              <a:avLst/>
              <a:gdLst/>
              <a:ahLst/>
              <a:cxnLst/>
              <a:rect r="r" b="b" t="t" l="l"/>
              <a:pathLst>
                <a:path h="205082" w="5056294">
                  <a:moveTo>
                    <a:pt x="9227" y="0"/>
                  </a:moveTo>
                  <a:lnTo>
                    <a:pt x="5047067" y="0"/>
                  </a:lnTo>
                  <a:cubicBezTo>
                    <a:pt x="5049515" y="0"/>
                    <a:pt x="5051861" y="972"/>
                    <a:pt x="5053592" y="2703"/>
                  </a:cubicBezTo>
                  <a:cubicBezTo>
                    <a:pt x="5055322" y="4433"/>
                    <a:pt x="5056294" y="6780"/>
                    <a:pt x="5056294" y="9227"/>
                  </a:cubicBezTo>
                  <a:lnTo>
                    <a:pt x="5056294" y="195855"/>
                  </a:lnTo>
                  <a:cubicBezTo>
                    <a:pt x="5056294" y="198302"/>
                    <a:pt x="5055322" y="200649"/>
                    <a:pt x="5053592" y="202380"/>
                  </a:cubicBezTo>
                  <a:cubicBezTo>
                    <a:pt x="5051861" y="204110"/>
                    <a:pt x="5049515" y="205082"/>
                    <a:pt x="5047067" y="205082"/>
                  </a:cubicBezTo>
                  <a:lnTo>
                    <a:pt x="9227" y="205082"/>
                  </a:lnTo>
                  <a:cubicBezTo>
                    <a:pt x="6780" y="205082"/>
                    <a:pt x="4433" y="204110"/>
                    <a:pt x="2703" y="202380"/>
                  </a:cubicBezTo>
                  <a:cubicBezTo>
                    <a:pt x="972" y="200649"/>
                    <a:pt x="0" y="198302"/>
                    <a:pt x="0" y="195855"/>
                  </a:cubicBezTo>
                  <a:lnTo>
                    <a:pt x="0" y="9227"/>
                  </a:lnTo>
                  <a:cubicBezTo>
                    <a:pt x="0" y="6780"/>
                    <a:pt x="972" y="4433"/>
                    <a:pt x="2703" y="2703"/>
                  </a:cubicBezTo>
                  <a:cubicBezTo>
                    <a:pt x="4433" y="972"/>
                    <a:pt x="6780" y="0"/>
                    <a:pt x="9227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056294" cy="24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Secretary 秘书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→ Submit / Audit paperworks. (Submit to UTAR)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4572" y="8530611"/>
            <a:ext cx="16387366" cy="915883"/>
            <a:chOff x="0" y="0"/>
            <a:chExt cx="5056294" cy="2825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56294" cy="282594"/>
            </a:xfrm>
            <a:custGeom>
              <a:avLst/>
              <a:gdLst/>
              <a:ahLst/>
              <a:cxnLst/>
              <a:rect r="r" b="b" t="t" l="l"/>
              <a:pathLst>
                <a:path h="282594" w="5056294">
                  <a:moveTo>
                    <a:pt x="9227" y="0"/>
                  </a:moveTo>
                  <a:lnTo>
                    <a:pt x="5047067" y="0"/>
                  </a:lnTo>
                  <a:cubicBezTo>
                    <a:pt x="5049515" y="0"/>
                    <a:pt x="5051861" y="972"/>
                    <a:pt x="5053592" y="2703"/>
                  </a:cubicBezTo>
                  <a:cubicBezTo>
                    <a:pt x="5055322" y="4433"/>
                    <a:pt x="5056294" y="6780"/>
                    <a:pt x="5056294" y="9227"/>
                  </a:cubicBezTo>
                  <a:lnTo>
                    <a:pt x="5056294" y="273367"/>
                  </a:lnTo>
                  <a:cubicBezTo>
                    <a:pt x="5056294" y="275814"/>
                    <a:pt x="5055322" y="278161"/>
                    <a:pt x="5053592" y="279892"/>
                  </a:cubicBezTo>
                  <a:cubicBezTo>
                    <a:pt x="5051861" y="281622"/>
                    <a:pt x="5049515" y="282594"/>
                    <a:pt x="5047067" y="282594"/>
                  </a:cubicBezTo>
                  <a:lnTo>
                    <a:pt x="9227" y="282594"/>
                  </a:lnTo>
                  <a:cubicBezTo>
                    <a:pt x="6780" y="282594"/>
                    <a:pt x="4433" y="281622"/>
                    <a:pt x="2703" y="279892"/>
                  </a:cubicBezTo>
                  <a:cubicBezTo>
                    <a:pt x="972" y="278161"/>
                    <a:pt x="0" y="275814"/>
                    <a:pt x="0" y="273367"/>
                  </a:cubicBezTo>
                  <a:lnTo>
                    <a:pt x="0" y="9227"/>
                  </a:lnTo>
                  <a:cubicBezTo>
                    <a:pt x="0" y="6780"/>
                    <a:pt x="972" y="4433"/>
                    <a:pt x="2703" y="2703"/>
                  </a:cubicBezTo>
                  <a:cubicBezTo>
                    <a:pt x="4433" y="972"/>
                    <a:pt x="6780" y="0"/>
                    <a:pt x="9227" y="0"/>
                  </a:cubicBezTo>
                  <a:close/>
                </a:path>
              </a:pathLst>
            </a:custGeom>
            <a:solidFill>
              <a:srgbClr val="FFC2E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56294" cy="320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Club Chair &amp; Vice Chair 主席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→ Supervises all the event, funding, reminding / initiative task execution, handover, problem solving.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chair and vice chair must prepare the content early one month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19657" y="1596299"/>
            <a:ext cx="15724621" cy="3041748"/>
            <a:chOff x="0" y="0"/>
            <a:chExt cx="20966161" cy="4055664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11652446" y="1010673"/>
              <a:ext cx="3720564" cy="3044991"/>
              <a:chOff x="0" y="0"/>
              <a:chExt cx="636224" cy="5207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20950" y="15788"/>
                <a:ext cx="594324" cy="489124"/>
              </a:xfrm>
              <a:custGeom>
                <a:avLst/>
                <a:gdLst/>
                <a:ahLst/>
                <a:cxnLst/>
                <a:rect r="r" b="b" t="t" l="l"/>
                <a:pathLst>
                  <a:path h="489124" w="594324">
                    <a:moveTo>
                      <a:pt x="331381" y="12217"/>
                    </a:moveTo>
                    <a:lnTo>
                      <a:pt x="581056" y="216557"/>
                    </a:lnTo>
                    <a:cubicBezTo>
                      <a:pt x="589454" y="223430"/>
                      <a:pt x="594324" y="233710"/>
                      <a:pt x="594324" y="244562"/>
                    </a:cubicBezTo>
                    <a:cubicBezTo>
                      <a:pt x="594324" y="255414"/>
                      <a:pt x="589454" y="265694"/>
                      <a:pt x="581056" y="272567"/>
                    </a:cubicBezTo>
                    <a:lnTo>
                      <a:pt x="331381" y="476907"/>
                    </a:lnTo>
                    <a:cubicBezTo>
                      <a:pt x="311477" y="493197"/>
                      <a:pt x="282848" y="493197"/>
                      <a:pt x="262943" y="476907"/>
                    </a:cubicBezTo>
                    <a:lnTo>
                      <a:pt x="13269" y="272567"/>
                    </a:lnTo>
                    <a:cubicBezTo>
                      <a:pt x="4870" y="265694"/>
                      <a:pt x="0" y="255414"/>
                      <a:pt x="0" y="244562"/>
                    </a:cubicBezTo>
                    <a:cubicBezTo>
                      <a:pt x="0" y="233710"/>
                      <a:pt x="4870" y="223430"/>
                      <a:pt x="13269" y="216557"/>
                    </a:cubicBezTo>
                    <a:lnTo>
                      <a:pt x="262943" y="12217"/>
                    </a:lnTo>
                    <a:cubicBezTo>
                      <a:pt x="282848" y="-4073"/>
                      <a:pt x="311477" y="-4073"/>
                      <a:pt x="331381" y="12217"/>
                    </a:cubicBezTo>
                    <a:close/>
                  </a:path>
                </a:pathLst>
              </a:custGeom>
              <a:solidFill>
                <a:srgbClr val="FFC2E8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49700" y="76200"/>
                <a:ext cx="336825" cy="330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Publicity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宣传部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7290711" y="984290"/>
              <a:ext cx="3675450" cy="3044991"/>
              <a:chOff x="0" y="0"/>
              <a:chExt cx="628510" cy="5207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21043" y="16133"/>
                <a:ext cx="586423" cy="488434"/>
              </a:xfrm>
              <a:custGeom>
                <a:avLst/>
                <a:gdLst/>
                <a:ahLst/>
                <a:cxnLst/>
                <a:rect r="r" b="b" t="t" l="l"/>
                <a:pathLst>
                  <a:path h="488434" w="586423">
                    <a:moveTo>
                      <a:pt x="327680" y="12423"/>
                    </a:moveTo>
                    <a:lnTo>
                      <a:pt x="572998" y="215661"/>
                    </a:lnTo>
                    <a:cubicBezTo>
                      <a:pt x="581502" y="222706"/>
                      <a:pt x="586424" y="233174"/>
                      <a:pt x="586424" y="244217"/>
                    </a:cubicBezTo>
                    <a:cubicBezTo>
                      <a:pt x="586424" y="255260"/>
                      <a:pt x="581502" y="265728"/>
                      <a:pt x="572998" y="272773"/>
                    </a:cubicBezTo>
                    <a:lnTo>
                      <a:pt x="327680" y="476011"/>
                    </a:lnTo>
                    <a:cubicBezTo>
                      <a:pt x="307687" y="492575"/>
                      <a:pt x="278737" y="492575"/>
                      <a:pt x="258743" y="476011"/>
                    </a:cubicBezTo>
                    <a:lnTo>
                      <a:pt x="13425" y="272773"/>
                    </a:lnTo>
                    <a:cubicBezTo>
                      <a:pt x="4922" y="265728"/>
                      <a:pt x="0" y="255260"/>
                      <a:pt x="0" y="244217"/>
                    </a:cubicBezTo>
                    <a:cubicBezTo>
                      <a:pt x="0" y="233174"/>
                      <a:pt x="4922" y="222706"/>
                      <a:pt x="13425" y="215661"/>
                    </a:cubicBezTo>
                    <a:lnTo>
                      <a:pt x="258743" y="12423"/>
                    </a:lnTo>
                    <a:cubicBezTo>
                      <a:pt x="278737" y="-4141"/>
                      <a:pt x="307687" y="-4141"/>
                      <a:pt x="327680" y="12423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47885" y="76200"/>
                <a:ext cx="332741" cy="330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Public Rel</a:t>
                </a: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ations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公关部</a:t>
                </a:r>
              </a:p>
            </p:txBody>
          </p:sp>
        </p:grpSp>
        <p:sp>
          <p:nvSpPr>
            <p:cNvPr name="AutoShape 43" id="43"/>
            <p:cNvSpPr/>
            <p:nvPr/>
          </p:nvSpPr>
          <p:spPr>
            <a:xfrm flipV="true">
              <a:off x="15027034" y="2248946"/>
              <a:ext cx="2574901" cy="106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4" id="44"/>
            <p:cNvSpPr/>
            <p:nvPr/>
          </p:nvSpPr>
          <p:spPr>
            <a:xfrm>
              <a:off x="25400" y="541244"/>
              <a:ext cx="19103036" cy="651063"/>
            </a:xfrm>
            <a:custGeom>
              <a:avLst/>
              <a:gdLst/>
              <a:ahLst/>
              <a:cxnLst/>
              <a:rect r="r" b="b" t="t" l="l"/>
              <a:pathLst>
                <a:path h="651063" w="19103036">
                  <a:moveTo>
                    <a:pt x="0" y="651063"/>
                  </a:move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lnTo>
                    <a:pt x="18835739" y="0"/>
                  </a:lnTo>
                  <a:cubicBezTo>
                    <a:pt x="18906630" y="0"/>
                    <a:pt x="18974619" y="28162"/>
                    <a:pt x="19024746" y="78290"/>
                  </a:cubicBezTo>
                  <a:cubicBezTo>
                    <a:pt x="19074874" y="128417"/>
                    <a:pt x="19103036" y="196405"/>
                    <a:pt x="19103036" y="267297"/>
                  </a:cubicBezTo>
                  <a:lnTo>
                    <a:pt x="19103036" y="534593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5" id="45"/>
            <p:cNvSpPr/>
            <p:nvPr/>
          </p:nvSpPr>
          <p:spPr>
            <a:xfrm flipV="true">
              <a:off x="14963560" y="2863285"/>
              <a:ext cx="2757463" cy="498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TextBox 46" id="46"/>
            <p:cNvSpPr txBox="true"/>
            <p:nvPr/>
          </p:nvSpPr>
          <p:spPr>
            <a:xfrm rot="0">
              <a:off x="5923585" y="-38100"/>
              <a:ext cx="758914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ommunication Issues / Long-term Planning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4696542" y="1328238"/>
              <a:ext cx="3024481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Have c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omms Issues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5027034" y="2893672"/>
              <a:ext cx="302448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collaboration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3902830" y="5287990"/>
            <a:ext cx="7868385" cy="448621"/>
            <a:chOff x="0" y="0"/>
            <a:chExt cx="2427777" cy="13842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27777" cy="138421"/>
            </a:xfrm>
            <a:custGeom>
              <a:avLst/>
              <a:gdLst/>
              <a:ahLst/>
              <a:cxnLst/>
              <a:rect r="r" b="b" t="t" l="l"/>
              <a:pathLst>
                <a:path h="138421" w="2427777">
                  <a:moveTo>
                    <a:pt x="19217" y="0"/>
                  </a:moveTo>
                  <a:lnTo>
                    <a:pt x="2408560" y="0"/>
                  </a:lnTo>
                  <a:cubicBezTo>
                    <a:pt x="2419173" y="0"/>
                    <a:pt x="2427777" y="8604"/>
                    <a:pt x="2427777" y="19217"/>
                  </a:cubicBezTo>
                  <a:lnTo>
                    <a:pt x="2427777" y="119204"/>
                  </a:lnTo>
                  <a:cubicBezTo>
                    <a:pt x="2427777" y="129817"/>
                    <a:pt x="2419173" y="138421"/>
                    <a:pt x="2408560" y="138421"/>
                  </a:cubicBezTo>
                  <a:lnTo>
                    <a:pt x="19217" y="138421"/>
                  </a:lnTo>
                  <a:cubicBezTo>
                    <a:pt x="8604" y="138421"/>
                    <a:pt x="0" y="129817"/>
                    <a:pt x="0" y="119204"/>
                  </a:cubicBezTo>
                  <a:lnTo>
                    <a:pt x="0" y="19217"/>
                  </a:lnTo>
                  <a:cubicBezTo>
                    <a:pt x="0" y="8604"/>
                    <a:pt x="8604" y="0"/>
                    <a:pt x="19217" y="0"/>
                  </a:cubicBez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427777" cy="176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Auditor 审计员  </a:t>
              </a: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→ Audit workflow and document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-10800000">
            <a:off x="12431320" y="146385"/>
            <a:ext cx="7894729" cy="914326"/>
            <a:chOff x="0" y="0"/>
            <a:chExt cx="3509051" cy="406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-10800000">
            <a:off x="11865949" y="148404"/>
            <a:ext cx="910287" cy="910287"/>
            <a:chOff x="0" y="0"/>
            <a:chExt cx="406400" cy="406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6345869" y="-19050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7" y="0"/>
                </a:lnTo>
                <a:lnTo>
                  <a:pt x="1367547" y="1367546"/>
                </a:lnTo>
                <a:lnTo>
                  <a:pt x="0" y="1367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3220304" y="357682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grpSp>
        <p:nvGrpSpPr>
          <p:cNvPr name="Group 60" id="60"/>
          <p:cNvGrpSpPr/>
          <p:nvPr/>
        </p:nvGrpSpPr>
        <p:grpSpPr>
          <a:xfrm rot="5400000">
            <a:off x="15292204" y="3335823"/>
            <a:ext cx="3934192" cy="455143"/>
            <a:chOff x="0" y="0"/>
            <a:chExt cx="2116586" cy="24486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16586" cy="244866"/>
            </a:xfrm>
            <a:custGeom>
              <a:avLst/>
              <a:gdLst/>
              <a:ahLst/>
              <a:cxnLst/>
              <a:rect r="r" b="b" t="t" l="l"/>
              <a:pathLst>
                <a:path h="244866" w="2116586">
                  <a:moveTo>
                    <a:pt x="38435" y="0"/>
                  </a:moveTo>
                  <a:lnTo>
                    <a:pt x="2078151" y="0"/>
                  </a:lnTo>
                  <a:cubicBezTo>
                    <a:pt x="2099378" y="0"/>
                    <a:pt x="2116586" y="17208"/>
                    <a:pt x="2116586" y="38435"/>
                  </a:cubicBezTo>
                  <a:lnTo>
                    <a:pt x="2116586" y="206431"/>
                  </a:lnTo>
                  <a:cubicBezTo>
                    <a:pt x="2116586" y="227658"/>
                    <a:pt x="2099378" y="244866"/>
                    <a:pt x="2078151" y="244866"/>
                  </a:cubicBezTo>
                  <a:lnTo>
                    <a:pt x="38435" y="244866"/>
                  </a:lnTo>
                  <a:cubicBezTo>
                    <a:pt x="17208" y="244866"/>
                    <a:pt x="0" y="227658"/>
                    <a:pt x="0" y="206431"/>
                  </a:cubicBezTo>
                  <a:lnTo>
                    <a:pt x="0" y="38435"/>
                  </a:lnTo>
                  <a:cubicBezTo>
                    <a:pt x="0" y="17208"/>
                    <a:pt x="17208" y="0"/>
                    <a:pt x="38435" y="0"/>
                  </a:cubicBez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116586" cy="27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Luxury Yoga Experiences Audit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5400000">
            <a:off x="15349132" y="7308754"/>
            <a:ext cx="3820336" cy="455143"/>
            <a:chOff x="0" y="0"/>
            <a:chExt cx="1787658" cy="2129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87658" cy="212976"/>
            </a:xfrm>
            <a:custGeom>
              <a:avLst/>
              <a:gdLst/>
              <a:ahLst/>
              <a:cxnLst/>
              <a:rect r="r" b="b" t="t" l="l"/>
              <a:pathLst>
                <a:path h="212976" w="1787658">
                  <a:moveTo>
                    <a:pt x="39580" y="0"/>
                  </a:moveTo>
                  <a:lnTo>
                    <a:pt x="1748078" y="0"/>
                  </a:lnTo>
                  <a:cubicBezTo>
                    <a:pt x="1769937" y="0"/>
                    <a:pt x="1787658" y="17721"/>
                    <a:pt x="1787658" y="39580"/>
                  </a:cubicBezTo>
                  <a:lnTo>
                    <a:pt x="1787658" y="173396"/>
                  </a:lnTo>
                  <a:cubicBezTo>
                    <a:pt x="1787658" y="183893"/>
                    <a:pt x="1783488" y="193961"/>
                    <a:pt x="1776065" y="201383"/>
                  </a:cubicBezTo>
                  <a:cubicBezTo>
                    <a:pt x="1768642" y="208806"/>
                    <a:pt x="1758575" y="212976"/>
                    <a:pt x="1748078" y="212976"/>
                  </a:cubicBezTo>
                  <a:lnTo>
                    <a:pt x="39580" y="212976"/>
                  </a:lnTo>
                  <a:cubicBezTo>
                    <a:pt x="17721" y="212976"/>
                    <a:pt x="0" y="195256"/>
                    <a:pt x="0" y="173396"/>
                  </a:cubicBezTo>
                  <a:lnTo>
                    <a:pt x="0" y="39580"/>
                  </a:lnTo>
                  <a:cubicBezTo>
                    <a:pt x="0" y="17721"/>
                    <a:pt x="17721" y="0"/>
                    <a:pt x="39580" y="0"/>
                  </a:cubicBez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787658" cy="24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University Workflow Audit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673597" y="4688083"/>
            <a:ext cx="2940807" cy="1370491"/>
            <a:chOff x="0" y="0"/>
            <a:chExt cx="1460792" cy="68076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0792" cy="680767"/>
            </a:xfrm>
            <a:custGeom>
              <a:avLst/>
              <a:gdLst/>
              <a:ahLst/>
              <a:cxnLst/>
              <a:rect r="r" b="b" t="t" l="l"/>
              <a:pathLst>
                <a:path h="680767" w="1460792">
                  <a:moveTo>
                    <a:pt x="51418" y="0"/>
                  </a:moveTo>
                  <a:lnTo>
                    <a:pt x="1409375" y="0"/>
                  </a:lnTo>
                  <a:cubicBezTo>
                    <a:pt x="1423011" y="0"/>
                    <a:pt x="1436090" y="5417"/>
                    <a:pt x="1445732" y="15060"/>
                  </a:cubicBezTo>
                  <a:cubicBezTo>
                    <a:pt x="1455375" y="24703"/>
                    <a:pt x="1460792" y="37781"/>
                    <a:pt x="1460792" y="51418"/>
                  </a:cubicBezTo>
                  <a:lnTo>
                    <a:pt x="1460792" y="629349"/>
                  </a:lnTo>
                  <a:cubicBezTo>
                    <a:pt x="1460792" y="642986"/>
                    <a:pt x="1455375" y="656064"/>
                    <a:pt x="1445732" y="665707"/>
                  </a:cubicBezTo>
                  <a:cubicBezTo>
                    <a:pt x="1436090" y="675349"/>
                    <a:pt x="1423011" y="680767"/>
                    <a:pt x="1409375" y="680767"/>
                  </a:cubicBezTo>
                  <a:lnTo>
                    <a:pt x="51418" y="680767"/>
                  </a:lnTo>
                  <a:cubicBezTo>
                    <a:pt x="37781" y="680767"/>
                    <a:pt x="24703" y="675349"/>
                    <a:pt x="15060" y="665707"/>
                  </a:cubicBezTo>
                  <a:cubicBezTo>
                    <a:pt x="5417" y="656064"/>
                    <a:pt x="0" y="642986"/>
                    <a:pt x="0" y="629349"/>
                  </a:cubicBezTo>
                  <a:lnTo>
                    <a:pt x="0" y="51418"/>
                  </a:lnTo>
                  <a:cubicBezTo>
                    <a:pt x="0" y="37781"/>
                    <a:pt x="5417" y="24703"/>
                    <a:pt x="15060" y="15060"/>
                  </a:cubicBezTo>
                  <a:cubicBezTo>
                    <a:pt x="24703" y="5417"/>
                    <a:pt x="37781" y="0"/>
                    <a:pt x="51418" y="0"/>
                  </a:cubicBez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1460792" cy="709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Publicity 2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Luxury Experiences &amp; Demand finding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奢华体验与需求挖掘</a:t>
              </a:r>
            </a:p>
          </p:txBody>
        </p:sp>
      </p:grpSp>
      <p:sp>
        <p:nvSpPr>
          <p:cNvPr name="Freeform 69" id="69"/>
          <p:cNvSpPr/>
          <p:nvPr/>
        </p:nvSpPr>
        <p:spPr>
          <a:xfrm>
            <a:off x="10614403" y="4247876"/>
            <a:ext cx="520121" cy="1125453"/>
          </a:xfrm>
          <a:custGeom>
            <a:avLst/>
            <a:gdLst/>
            <a:ahLst/>
            <a:cxnLst/>
            <a:rect r="r" b="b" t="t" l="l"/>
            <a:pathLst>
              <a:path h="1125453" w="520121">
                <a:moveTo>
                  <a:pt x="0" y="1125453"/>
                </a:moveTo>
                <a:lnTo>
                  <a:pt x="0" y="791326"/>
                </a:lnTo>
                <a:cubicBezTo>
                  <a:pt x="0" y="730698"/>
                  <a:pt x="24085" y="672553"/>
                  <a:pt x="66956" y="629682"/>
                </a:cubicBezTo>
                <a:cubicBezTo>
                  <a:pt x="109826" y="586811"/>
                  <a:pt x="167971" y="562726"/>
                  <a:pt x="228600" y="562726"/>
                </a:cubicBezTo>
                <a:lnTo>
                  <a:pt x="291521" y="562726"/>
                </a:lnTo>
                <a:cubicBezTo>
                  <a:pt x="417773" y="562726"/>
                  <a:pt x="520121" y="460379"/>
                  <a:pt x="520121" y="334126"/>
                </a:cubicBezTo>
                <a:lnTo>
                  <a:pt x="520121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0" id="70"/>
          <p:cNvSpPr/>
          <p:nvPr/>
        </p:nvSpPr>
        <p:spPr>
          <a:xfrm>
            <a:off x="7141861" y="3961334"/>
            <a:ext cx="531736" cy="1411995"/>
          </a:xfrm>
          <a:custGeom>
            <a:avLst/>
            <a:gdLst/>
            <a:ahLst/>
            <a:cxnLst/>
            <a:rect r="r" b="b" t="t" l="l"/>
            <a:pathLst>
              <a:path h="1411995" w="531736">
                <a:moveTo>
                  <a:pt x="531736" y="1411995"/>
                </a:moveTo>
                <a:lnTo>
                  <a:pt x="531736" y="934597"/>
                </a:lnTo>
                <a:cubicBezTo>
                  <a:pt x="531736" y="873969"/>
                  <a:pt x="507651" y="815824"/>
                  <a:pt x="464780" y="772953"/>
                </a:cubicBezTo>
                <a:cubicBezTo>
                  <a:pt x="421910" y="730082"/>
                  <a:pt x="363765" y="705997"/>
                  <a:pt x="303136" y="705997"/>
                </a:cubicBezTo>
                <a:lnTo>
                  <a:pt x="228600" y="705997"/>
                </a:lnTo>
                <a:cubicBezTo>
                  <a:pt x="167971" y="705997"/>
                  <a:pt x="109826" y="681913"/>
                  <a:pt x="66956" y="639042"/>
                </a:cubicBezTo>
                <a:cubicBezTo>
                  <a:pt x="24085" y="596171"/>
                  <a:pt x="0" y="538026"/>
                  <a:pt x="0" y="477397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3525" y="5159803"/>
            <a:ext cx="740842" cy="740842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5152518"/>
            <a:ext cx="4986293" cy="740842"/>
            <a:chOff x="0" y="0"/>
            <a:chExt cx="273530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306" cy="406400"/>
            </a:xfrm>
            <a:custGeom>
              <a:avLst/>
              <a:gdLst/>
              <a:ahLst/>
              <a:cxnLst/>
              <a:rect r="r" b="b" t="t" l="l"/>
              <a:pathLst>
                <a:path h="406400" w="2735306">
                  <a:moveTo>
                    <a:pt x="253210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2106" y="406400"/>
                  </a:lnTo>
                  <a:lnTo>
                    <a:pt x="2735306" y="203200"/>
                  </a:lnTo>
                  <a:lnTo>
                    <a:pt x="2532106" y="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6210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929365" y="1683960"/>
            <a:ext cx="10771943" cy="202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YOGA WEEKLY CLASS PRICING POLICY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6119720"/>
            <a:ext cx="8293527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Flat rate</a:t>
            </a: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No more different for non-member and member pricing. </a:t>
            </a: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Every one RM10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Shift member benifit: “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Semester Free class” is only exclusive for member only. Member can enjoy member night, free foods, and end sem free gift etc.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219200" y="5196866"/>
            <a:ext cx="456802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Expected outcomes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3749081"/>
            <a:ext cx="716928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Updates of the pricing policy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upgrade to more consistancy.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111019" y="2322927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2"/>
                </a:lnTo>
                <a:lnTo>
                  <a:pt x="0" y="6933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76" t="0" r="-24976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3525" y="5159803"/>
            <a:ext cx="740842" cy="740842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5152518"/>
            <a:ext cx="4986293" cy="740842"/>
            <a:chOff x="0" y="0"/>
            <a:chExt cx="273530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306" cy="406400"/>
            </a:xfrm>
            <a:custGeom>
              <a:avLst/>
              <a:gdLst/>
              <a:ahLst/>
              <a:cxnLst/>
              <a:rect r="r" b="b" t="t" l="l"/>
              <a:pathLst>
                <a:path h="406400" w="2735306">
                  <a:moveTo>
                    <a:pt x="253210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2106" y="406400"/>
                  </a:lnTo>
                  <a:lnTo>
                    <a:pt x="2735306" y="203200"/>
                  </a:lnTo>
                  <a:lnTo>
                    <a:pt x="2532106" y="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6210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929365" y="1683960"/>
            <a:ext cx="9260969" cy="202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SOUND HEALING WEEKLY CLASS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6119720"/>
            <a:ext cx="8293527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Sense healing: 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Not only sound, but smell, lightning &amp; experiences.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Test rate</a:t>
            </a: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RM 5/10 flat rate. 1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 Experinces free.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Member benifit: 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Member can enjoy member night, free foods, and end sem free gift etc.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219200" y="5196866"/>
            <a:ext cx="456802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Expected outcomes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3749081"/>
            <a:ext cx="7169283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Propose new class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Propose: reduce UTAR Student stress level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76" t="0" r="-24976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3525" y="5159803"/>
            <a:ext cx="740842" cy="740842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5152518"/>
            <a:ext cx="4986293" cy="740842"/>
            <a:chOff x="0" y="0"/>
            <a:chExt cx="273530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306" cy="406400"/>
            </a:xfrm>
            <a:custGeom>
              <a:avLst/>
              <a:gdLst/>
              <a:ahLst/>
              <a:cxnLst/>
              <a:rect r="r" b="b" t="t" l="l"/>
              <a:pathLst>
                <a:path h="406400" w="2735306">
                  <a:moveTo>
                    <a:pt x="253210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2106" y="406400"/>
                  </a:lnTo>
                  <a:lnTo>
                    <a:pt x="2735306" y="203200"/>
                  </a:lnTo>
                  <a:lnTo>
                    <a:pt x="2532106" y="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6210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929365" y="1683960"/>
            <a:ext cx="9260969" cy="202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SOUND HEALING WEEKLY CLASS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0097" y="6039551"/>
            <a:ext cx="8820237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A high quality speaker (I have not need buy)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梵音鼓14寸空灵鼓15音专业级初学者入门忘忧鼓碳钢舌无忧鼓乐器 - need purchase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Medium"/>
                <a:ea typeface="Poppins Medium"/>
                <a:cs typeface="Poppins Medium"/>
                <a:sym typeface="Poppins Medium"/>
                <a:hlinkClick r:id="rId10" tooltip="https://item.taobao.com/item.htm?spm=a1z0d.6639537/202410.item.d752438766451.5c1374840mREa4&amp;id=752438766451&amp;from=cart&amp;skuId=5189284517842&amp;mi_id=0000Z33siGygvWiqXQfzodnEc5iZklk2BeLNhRyyx6mcHVU&amp;upStreamPrice=3510"/>
              </a:rPr>
              <a:t>檀香精油凝神冥想香薰香水安睡助睡眠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need purchase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Medium"/>
                <a:ea typeface="Poppins Medium"/>
                <a:cs typeface="Poppins Medium"/>
                <a:sym typeface="Poppins Medium"/>
                <a:hlinkClick r:id="rId11" tooltip="https://item.taobao.com/item.htm?spm=a1z0d.6639537/202410.item.d907357756745.5c1374840mREa4&amp;id=907357756745&amp;from=cart&amp;skuId=5766095000848&amp;mi_id=0000N1GlX3GSa7YQvrQGaizzlbFNlP2aT9_e6XvZTMNKEK0&amp;upStreamPrice=24900"/>
              </a:rPr>
              <a:t>超声波雾化板头加湿喷雾造雾器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 -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need purchase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Lighting instrument - I think i have.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屏风 - I have also.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9200" y="5187341"/>
            <a:ext cx="560294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New instructment need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3749081"/>
            <a:ext cx="832617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We will share part of resource with yoga classes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94195" y="-68932"/>
            <a:ext cx="20876390" cy="10424864"/>
          </a:xfrm>
          <a:custGeom>
            <a:avLst/>
            <a:gdLst/>
            <a:ahLst/>
            <a:cxnLst/>
            <a:rect r="r" b="b" t="t" l="l"/>
            <a:pathLst>
              <a:path h="10424864" w="20876390">
                <a:moveTo>
                  <a:pt x="0" y="0"/>
                </a:moveTo>
                <a:lnTo>
                  <a:pt x="20876390" y="0"/>
                </a:lnTo>
                <a:lnTo>
                  <a:pt x="20876390" y="10424864"/>
                </a:lnTo>
                <a:lnTo>
                  <a:pt x="0" y="10424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11122" y="659064"/>
            <a:ext cx="3738499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</a:t>
            </a: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UXURY meditation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4057" y="1906358"/>
            <a:ext cx="5602183" cy="7678726"/>
          </a:xfrm>
          <a:custGeom>
            <a:avLst/>
            <a:gdLst/>
            <a:ahLst/>
            <a:cxnLst/>
            <a:rect r="r" b="b" t="t" l="l"/>
            <a:pathLst>
              <a:path h="7678726" w="5602183">
                <a:moveTo>
                  <a:pt x="0" y="0"/>
                </a:moveTo>
                <a:lnTo>
                  <a:pt x="5602183" y="0"/>
                </a:lnTo>
                <a:lnTo>
                  <a:pt x="5602183" y="7678726"/>
                </a:lnTo>
                <a:lnTo>
                  <a:pt x="0" y="76787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224607" y="3662306"/>
            <a:ext cx="10218601" cy="6747210"/>
          </a:xfrm>
          <a:custGeom>
            <a:avLst/>
            <a:gdLst/>
            <a:ahLst/>
            <a:cxnLst/>
            <a:rect r="r" b="b" t="t" l="l"/>
            <a:pathLst>
              <a:path h="6747210" w="10218601">
                <a:moveTo>
                  <a:pt x="0" y="0"/>
                </a:moveTo>
                <a:lnTo>
                  <a:pt x="10218600" y="0"/>
                </a:lnTo>
                <a:lnTo>
                  <a:pt x="10218600" y="6747210"/>
                </a:lnTo>
                <a:lnTo>
                  <a:pt x="0" y="67472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13296" y="159981"/>
            <a:ext cx="3189311" cy="3125524"/>
          </a:xfrm>
          <a:custGeom>
            <a:avLst/>
            <a:gdLst/>
            <a:ahLst/>
            <a:cxnLst/>
            <a:rect r="r" b="b" t="t" l="l"/>
            <a:pathLst>
              <a:path h="3125524" w="3189311">
                <a:moveTo>
                  <a:pt x="0" y="0"/>
                </a:moveTo>
                <a:lnTo>
                  <a:pt x="3189310" y="0"/>
                </a:lnTo>
                <a:lnTo>
                  <a:pt x="3189310" y="3125525"/>
                </a:lnTo>
                <a:lnTo>
                  <a:pt x="0" y="3125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403255" y="159981"/>
            <a:ext cx="3135542" cy="3125524"/>
          </a:xfrm>
          <a:custGeom>
            <a:avLst/>
            <a:gdLst/>
            <a:ahLst/>
            <a:cxnLst/>
            <a:rect r="r" b="b" t="t" l="l"/>
            <a:pathLst>
              <a:path h="3125524" w="3135542">
                <a:moveTo>
                  <a:pt x="0" y="0"/>
                </a:moveTo>
                <a:lnTo>
                  <a:pt x="3135542" y="0"/>
                </a:lnTo>
                <a:lnTo>
                  <a:pt x="3135542" y="3125525"/>
                </a:lnTo>
                <a:lnTo>
                  <a:pt x="0" y="3125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738822" y="176102"/>
            <a:ext cx="2808731" cy="3109404"/>
          </a:xfrm>
          <a:custGeom>
            <a:avLst/>
            <a:gdLst/>
            <a:ahLst/>
            <a:cxnLst/>
            <a:rect r="r" b="b" t="t" l="l"/>
            <a:pathLst>
              <a:path h="3109404" w="2808731">
                <a:moveTo>
                  <a:pt x="0" y="0"/>
                </a:moveTo>
                <a:lnTo>
                  <a:pt x="2808731" y="0"/>
                </a:lnTo>
                <a:lnTo>
                  <a:pt x="2808731" y="3109404"/>
                </a:lnTo>
                <a:lnTo>
                  <a:pt x="0" y="31094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91621" y="659064"/>
            <a:ext cx="3313085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LUXURY meditation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3007" t="0" r="0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3525" y="4288435"/>
            <a:ext cx="740842" cy="740842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4281149"/>
            <a:ext cx="4986293" cy="740842"/>
            <a:chOff x="0" y="0"/>
            <a:chExt cx="273530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306" cy="406400"/>
            </a:xfrm>
            <a:custGeom>
              <a:avLst/>
              <a:gdLst/>
              <a:ahLst/>
              <a:cxnLst/>
              <a:rect r="r" b="b" t="t" l="l"/>
              <a:pathLst>
                <a:path h="406400" w="2735306">
                  <a:moveTo>
                    <a:pt x="253210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2106" y="406400"/>
                  </a:lnTo>
                  <a:lnTo>
                    <a:pt x="2735306" y="203200"/>
                  </a:lnTo>
                  <a:lnTo>
                    <a:pt x="2532106" y="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6210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929365" y="1683960"/>
            <a:ext cx="9260969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新周边 NEW MERCH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27241" y="5229302"/>
            <a:ext cx="12512452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Yoga brick - 20-50 unit. (RM 6/u ✅logo)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Yoga map - 10 unit. (RM 20/u ✅logo) (RM12/u ❌logo)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Yoga map bag - (RM 4.6/unit ❌logo)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Lanyard - (single color RM60/100unit, RM 300/1000 unit ✅ logo design) 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Customises key chain - (RM 71.96 one design/100 unit ✅logo design)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9200" y="4315973"/>
            <a:ext cx="560294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New items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2811085"/>
            <a:ext cx="8326176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Create something special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Lucky draw for people join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keychain lanyard for follow our IG.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22896" y="46478"/>
            <a:ext cx="7936404" cy="10240522"/>
          </a:xfrm>
          <a:custGeom>
            <a:avLst/>
            <a:gdLst/>
            <a:ahLst/>
            <a:cxnLst/>
            <a:rect r="r" b="b" t="t" l="l"/>
            <a:pathLst>
              <a:path h="10240522" w="7936404">
                <a:moveTo>
                  <a:pt x="0" y="0"/>
                </a:moveTo>
                <a:lnTo>
                  <a:pt x="7936404" y="0"/>
                </a:lnTo>
                <a:lnTo>
                  <a:pt x="7936404" y="10240522"/>
                </a:lnTo>
                <a:lnTo>
                  <a:pt x="0" y="10240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4187" y="2827201"/>
            <a:ext cx="7578418" cy="7459799"/>
          </a:xfrm>
          <a:custGeom>
            <a:avLst/>
            <a:gdLst/>
            <a:ahLst/>
            <a:cxnLst/>
            <a:rect r="r" b="b" t="t" l="l"/>
            <a:pathLst>
              <a:path h="7459799" w="7578418">
                <a:moveTo>
                  <a:pt x="0" y="0"/>
                </a:moveTo>
                <a:lnTo>
                  <a:pt x="7578418" y="0"/>
                </a:lnTo>
                <a:lnTo>
                  <a:pt x="7578418" y="7459799"/>
                </a:lnTo>
                <a:lnTo>
                  <a:pt x="0" y="74597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29365" y="1683960"/>
            <a:ext cx="9260969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新周边 NEW MERCH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99051" y="3049210"/>
            <a:ext cx="10429726" cy="6614823"/>
          </a:xfrm>
          <a:custGeom>
            <a:avLst/>
            <a:gdLst/>
            <a:ahLst/>
            <a:cxnLst/>
            <a:rect r="r" b="b" t="t" l="l"/>
            <a:pathLst>
              <a:path h="6614823" w="10429726">
                <a:moveTo>
                  <a:pt x="0" y="0"/>
                </a:moveTo>
                <a:lnTo>
                  <a:pt x="10429726" y="0"/>
                </a:lnTo>
                <a:lnTo>
                  <a:pt x="10429726" y="6614823"/>
                </a:lnTo>
                <a:lnTo>
                  <a:pt x="0" y="66148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809" r="0" b="-3809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27222" y="295342"/>
            <a:ext cx="6390385" cy="9274028"/>
          </a:xfrm>
          <a:custGeom>
            <a:avLst/>
            <a:gdLst/>
            <a:ahLst/>
            <a:cxnLst/>
            <a:rect r="r" b="b" t="t" l="l"/>
            <a:pathLst>
              <a:path h="9274028" w="6390385">
                <a:moveTo>
                  <a:pt x="0" y="0"/>
                </a:moveTo>
                <a:lnTo>
                  <a:pt x="6390386" y="0"/>
                </a:lnTo>
                <a:lnTo>
                  <a:pt x="6390386" y="9274029"/>
                </a:lnTo>
                <a:lnTo>
                  <a:pt x="0" y="92740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29365" y="1683960"/>
            <a:ext cx="9260969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新周边 NEW MERCH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3007" t="0" r="0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3525" y="4288435"/>
            <a:ext cx="740842" cy="740842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4281149"/>
            <a:ext cx="4986293" cy="740842"/>
            <a:chOff x="0" y="0"/>
            <a:chExt cx="273530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306" cy="406400"/>
            </a:xfrm>
            <a:custGeom>
              <a:avLst/>
              <a:gdLst/>
              <a:ahLst/>
              <a:cxnLst/>
              <a:rect r="r" b="b" t="t" l="l"/>
              <a:pathLst>
                <a:path h="406400" w="2735306">
                  <a:moveTo>
                    <a:pt x="253210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2106" y="406400"/>
                  </a:lnTo>
                  <a:lnTo>
                    <a:pt x="2735306" y="203200"/>
                  </a:lnTo>
                  <a:lnTo>
                    <a:pt x="2532106" y="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6210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929365" y="1683960"/>
            <a:ext cx="9260969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新周边 NEW MERCH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5248352"/>
            <a:ext cx="8115300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Marketing → keychain lanyard → Increase follower ( Target B2B sponsorship )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Lucky draw → (40% Key chain, 45% Landyard, 10% Yoga brick, 5% Yoga Map). Loyalty event and new member recruiting prize)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9200" y="4315973"/>
            <a:ext cx="560294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Seperate stategic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2811085"/>
            <a:ext cx="8326176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Create something special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Lucky draw for people join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keychain lanyard for follow our IG.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3007" t="0" r="0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3525" y="7018226"/>
            <a:ext cx="740842" cy="740842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7010941"/>
            <a:ext cx="4986293" cy="740842"/>
            <a:chOff x="0" y="0"/>
            <a:chExt cx="273530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306" cy="406400"/>
            </a:xfrm>
            <a:custGeom>
              <a:avLst/>
              <a:gdLst/>
              <a:ahLst/>
              <a:cxnLst/>
              <a:rect r="r" b="b" t="t" l="l"/>
              <a:pathLst>
                <a:path h="406400" w="2735306">
                  <a:moveTo>
                    <a:pt x="253210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2106" y="406400"/>
                  </a:lnTo>
                  <a:lnTo>
                    <a:pt x="2735306" y="203200"/>
                  </a:lnTo>
                  <a:lnTo>
                    <a:pt x="2532106" y="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6210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929365" y="1664910"/>
            <a:ext cx="9260969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5700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WHAT IS THE FEES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7940675"/>
            <a:ext cx="811530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Will be less than RM 1000 or around RM 1200.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For the new proposed plan.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Include all the merch and instrument.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9200" y="7045764"/>
            <a:ext cx="560294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Budget Need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3525" y="4288435"/>
            <a:ext cx="740842" cy="740842"/>
            <a:chOff x="0" y="0"/>
            <a:chExt cx="4064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4281149"/>
            <a:ext cx="4986293" cy="740842"/>
            <a:chOff x="0" y="0"/>
            <a:chExt cx="273530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306" cy="406400"/>
            </a:xfrm>
            <a:custGeom>
              <a:avLst/>
              <a:gdLst/>
              <a:ahLst/>
              <a:cxnLst/>
              <a:rect r="r" b="b" t="t" l="l"/>
              <a:pathLst>
                <a:path h="406400" w="2735306">
                  <a:moveTo>
                    <a:pt x="253210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2106" y="406400"/>
                  </a:lnTo>
                  <a:lnTo>
                    <a:pt x="2735306" y="203200"/>
                  </a:lnTo>
                  <a:lnTo>
                    <a:pt x="2532106" y="0"/>
                  </a:lnTo>
                  <a:close/>
                </a:path>
              </a:pathLst>
            </a:custGeom>
            <a:solidFill>
              <a:srgbClr val="FADDC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62100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04720" y="6654908"/>
            <a:ext cx="8683280" cy="3632092"/>
          </a:xfrm>
          <a:custGeom>
            <a:avLst/>
            <a:gdLst/>
            <a:ahLst/>
            <a:cxnLst/>
            <a:rect r="r" b="b" t="t" l="l"/>
            <a:pathLst>
              <a:path h="3632092" w="8683280">
                <a:moveTo>
                  <a:pt x="0" y="0"/>
                </a:moveTo>
                <a:lnTo>
                  <a:pt x="8683280" y="0"/>
                </a:lnTo>
                <a:lnTo>
                  <a:pt x="8683280" y="3632092"/>
                </a:lnTo>
                <a:lnTo>
                  <a:pt x="0" y="36320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028700" y="1962826"/>
            <a:ext cx="9260969" cy="185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6400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COMMITTEE TRAINING TRIP / ANNUAL DINNER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8700" y="5248352"/>
            <a:ext cx="8115300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Fully Sponsored Food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: The club is covering the meals. Just bring yourself!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Nature Escape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: A completely relaxed day trip to a green space to de-stress, get some fresh air, and bond as a team without worrying about event logistics.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Exclusive Masterclass</a:t>
            </a:r>
            <a:r>
              <a:rPr lang="en-US" sz="2499">
                <a:solidFill>
                  <a:srgbClr val="5B4F47"/>
                </a:solidFill>
                <a:latin typeface="Poppins"/>
                <a:ea typeface="Poppins"/>
                <a:cs typeface="Poppins"/>
                <a:sym typeface="Poppins"/>
              </a:rPr>
              <a:t>: We are working on bringing in a specialized master instructor for a private, committee-only outdoor yoga and meditation session.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1219200" y="4315973"/>
            <a:ext cx="560294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What to expect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040414" y="456209"/>
            <a:ext cx="420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true" u="sng">
                <a:solidFill>
                  <a:srgbClr val="5E17EB"/>
                </a:solidFill>
                <a:latin typeface="Canva Sans Italics"/>
                <a:ea typeface="Canva Sans Italics"/>
                <a:cs typeface="Canva Sans Italics"/>
                <a:sym typeface="Canva Sans Italics"/>
                <a:hlinkClick r:id="rId11" tooltip="https://www.songyan.com.my/resort"/>
              </a:rPr>
              <a:t>https://www.songyan.com.my/resort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929365" y="1674435"/>
            <a:ext cx="12381424" cy="66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400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COMMITTEE TRIP / ANNUAL DINNER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40414" y="456209"/>
            <a:ext cx="420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true" u="sng">
                <a:solidFill>
                  <a:srgbClr val="5E17EB"/>
                </a:solidFill>
                <a:latin typeface="Canva Sans Italics"/>
                <a:ea typeface="Canva Sans Italics"/>
                <a:cs typeface="Canva Sans Italics"/>
                <a:sym typeface="Canva Sans Italics"/>
                <a:hlinkClick r:id="rId10" tooltip="https://www.songyan.com.my/resort"/>
              </a:rPr>
              <a:t>https://www.songyan.com.my/resort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929365" y="2482791"/>
            <a:ext cx="9842642" cy="7455801"/>
          </a:xfrm>
          <a:custGeom>
            <a:avLst/>
            <a:gdLst/>
            <a:ahLst/>
            <a:cxnLst/>
            <a:rect r="r" b="b" t="t" l="l"/>
            <a:pathLst>
              <a:path h="7455801" w="9842642">
                <a:moveTo>
                  <a:pt x="0" y="0"/>
                </a:moveTo>
                <a:lnTo>
                  <a:pt x="9842642" y="0"/>
                </a:lnTo>
                <a:lnTo>
                  <a:pt x="9842642" y="7455801"/>
                </a:lnTo>
                <a:lnTo>
                  <a:pt x="0" y="74558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8069" y="-2651927"/>
            <a:ext cx="9456204" cy="5874936"/>
            <a:chOff x="0" y="0"/>
            <a:chExt cx="67457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4577" cy="419100"/>
            </a:xfrm>
            <a:custGeom>
              <a:avLst/>
              <a:gdLst/>
              <a:ahLst/>
              <a:cxnLst/>
              <a:rect r="r" b="b" t="t" l="l"/>
              <a:pathLst>
                <a:path h="419100" w="674577">
                  <a:moveTo>
                    <a:pt x="15990" y="0"/>
                  </a:moveTo>
                  <a:lnTo>
                    <a:pt x="658586" y="0"/>
                  </a:lnTo>
                  <a:cubicBezTo>
                    <a:pt x="667418" y="0"/>
                    <a:pt x="674577" y="7159"/>
                    <a:pt x="674577" y="15990"/>
                  </a:cubicBezTo>
                  <a:lnTo>
                    <a:pt x="674577" y="403110"/>
                  </a:lnTo>
                  <a:cubicBezTo>
                    <a:pt x="674577" y="407350"/>
                    <a:pt x="672892" y="411418"/>
                    <a:pt x="669893" y="414417"/>
                  </a:cubicBezTo>
                  <a:cubicBezTo>
                    <a:pt x="666894" y="417415"/>
                    <a:pt x="662827" y="419100"/>
                    <a:pt x="658586" y="419100"/>
                  </a:cubicBezTo>
                  <a:lnTo>
                    <a:pt x="15990" y="419100"/>
                  </a:lnTo>
                  <a:cubicBezTo>
                    <a:pt x="7159" y="419100"/>
                    <a:pt x="0" y="411941"/>
                    <a:pt x="0" y="403110"/>
                  </a:cubicBezTo>
                  <a:lnTo>
                    <a:pt x="0" y="15990"/>
                  </a:lnTo>
                  <a:cubicBezTo>
                    <a:pt x="0" y="7159"/>
                    <a:pt x="7159" y="0"/>
                    <a:pt x="15990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457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6352" y="3556384"/>
            <a:ext cx="7617207" cy="2036826"/>
            <a:chOff x="0" y="0"/>
            <a:chExt cx="156732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96588" y="6370329"/>
            <a:ext cx="6725968" cy="4301240"/>
            <a:chOff x="0" y="0"/>
            <a:chExt cx="953248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674" y="0"/>
              <a:ext cx="927901" cy="597544"/>
            </a:xfrm>
            <a:custGeom>
              <a:avLst/>
              <a:gdLst/>
              <a:ahLst/>
              <a:cxnLst/>
              <a:rect r="r" b="b" t="t" l="l"/>
              <a:pathLst>
                <a:path h="597544" w="927901">
                  <a:moveTo>
                    <a:pt x="448718" y="590118"/>
                  </a:moveTo>
                  <a:lnTo>
                    <a:pt x="2558" y="19482"/>
                  </a:lnTo>
                  <a:cubicBezTo>
                    <a:pt x="-282" y="15850"/>
                    <a:pt x="-801" y="10917"/>
                    <a:pt x="1219" y="6773"/>
                  </a:cubicBezTo>
                  <a:cubicBezTo>
                    <a:pt x="3239" y="2629"/>
                    <a:pt x="7445" y="0"/>
                    <a:pt x="12056" y="0"/>
                  </a:cubicBezTo>
                  <a:lnTo>
                    <a:pt x="915845" y="0"/>
                  </a:lnTo>
                  <a:cubicBezTo>
                    <a:pt x="920455" y="0"/>
                    <a:pt x="924661" y="2629"/>
                    <a:pt x="926682" y="6773"/>
                  </a:cubicBezTo>
                  <a:cubicBezTo>
                    <a:pt x="928702" y="10917"/>
                    <a:pt x="928182" y="15850"/>
                    <a:pt x="925342" y="19482"/>
                  </a:cubicBezTo>
                  <a:lnTo>
                    <a:pt x="479182" y="590118"/>
                  </a:lnTo>
                  <a:cubicBezTo>
                    <a:pt x="475518" y="594805"/>
                    <a:pt x="469900" y="597544"/>
                    <a:pt x="463950" y="597544"/>
                  </a:cubicBezTo>
                  <a:cubicBezTo>
                    <a:pt x="458001" y="597544"/>
                    <a:pt x="452383" y="594805"/>
                    <a:pt x="448718" y="590118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94640" y="-38100"/>
              <a:ext cx="36396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65184" y="5929271"/>
            <a:ext cx="6362011" cy="3798371"/>
            <a:chOff x="0" y="0"/>
            <a:chExt cx="1021038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88" y="0"/>
              <a:ext cx="1015463" cy="607159"/>
            </a:xfrm>
            <a:custGeom>
              <a:avLst/>
              <a:gdLst/>
              <a:ahLst/>
              <a:cxnLst/>
              <a:rect r="r" b="b" t="t" l="l"/>
              <a:pathLst>
                <a:path h="607159" w="1015463">
                  <a:moveTo>
                    <a:pt x="504374" y="605591"/>
                  </a:moveTo>
                  <a:lnTo>
                    <a:pt x="569" y="4009"/>
                  </a:lnTo>
                  <a:cubicBezTo>
                    <a:pt x="-40" y="3282"/>
                    <a:pt x="-172" y="2268"/>
                    <a:pt x="229" y="1409"/>
                  </a:cubicBezTo>
                  <a:cubicBezTo>
                    <a:pt x="630" y="549"/>
                    <a:pt x="1493" y="0"/>
                    <a:pt x="2441" y="0"/>
                  </a:cubicBezTo>
                  <a:lnTo>
                    <a:pt x="1013021" y="0"/>
                  </a:lnTo>
                  <a:cubicBezTo>
                    <a:pt x="1013970" y="0"/>
                    <a:pt x="1014832" y="549"/>
                    <a:pt x="1015233" y="1409"/>
                  </a:cubicBezTo>
                  <a:cubicBezTo>
                    <a:pt x="1015635" y="2268"/>
                    <a:pt x="1015502" y="3282"/>
                    <a:pt x="1014893" y="4009"/>
                  </a:cubicBezTo>
                  <a:lnTo>
                    <a:pt x="511088" y="605591"/>
                  </a:lnTo>
                  <a:cubicBezTo>
                    <a:pt x="510256" y="606585"/>
                    <a:pt x="509027" y="607159"/>
                    <a:pt x="507731" y="607159"/>
                  </a:cubicBezTo>
                  <a:cubicBezTo>
                    <a:pt x="506435" y="607159"/>
                    <a:pt x="505206" y="606585"/>
                    <a:pt x="504374" y="605591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15594" y="-38100"/>
              <a:ext cx="389851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0298" y="309095"/>
            <a:ext cx="7298906" cy="72989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14053543" y="7034238"/>
            <a:ext cx="7617207" cy="2036826"/>
            <a:chOff x="0" y="0"/>
            <a:chExt cx="156732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3066285">
            <a:off x="7682300" y="656022"/>
            <a:ext cx="10038981" cy="2036826"/>
            <a:chOff x="0" y="0"/>
            <a:chExt cx="206563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78069" y="636867"/>
            <a:ext cx="6643363" cy="66433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3007" t="0" r="0" b="0"/>
              </a:stretch>
            </a:blipFill>
            <a:ln w="152400" cap="sq">
              <a:solidFill>
                <a:srgbClr val="BD94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49512" y="1674435"/>
            <a:ext cx="10249749" cy="7687312"/>
          </a:xfrm>
          <a:custGeom>
            <a:avLst/>
            <a:gdLst/>
            <a:ahLst/>
            <a:cxnLst/>
            <a:rect r="r" b="b" t="t" l="l"/>
            <a:pathLst>
              <a:path h="7687312" w="10249749">
                <a:moveTo>
                  <a:pt x="0" y="0"/>
                </a:moveTo>
                <a:lnTo>
                  <a:pt x="10249749" y="0"/>
                </a:lnTo>
                <a:lnTo>
                  <a:pt x="10249749" y="7687312"/>
                </a:lnTo>
                <a:lnTo>
                  <a:pt x="0" y="76873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730245" y="940442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91956" y="1322031"/>
            <a:ext cx="7578778" cy="8097619"/>
          </a:xfrm>
          <a:custGeom>
            <a:avLst/>
            <a:gdLst/>
            <a:ahLst/>
            <a:cxnLst/>
            <a:rect r="r" b="b" t="t" l="l"/>
            <a:pathLst>
              <a:path h="8097619" w="7578778">
                <a:moveTo>
                  <a:pt x="0" y="0"/>
                </a:moveTo>
                <a:lnTo>
                  <a:pt x="7578778" y="0"/>
                </a:lnTo>
                <a:lnTo>
                  <a:pt x="7578778" y="8097619"/>
                </a:lnTo>
                <a:lnTo>
                  <a:pt x="0" y="80976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72168" y="440262"/>
            <a:ext cx="9260969" cy="61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RE-POSITIONING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30245" y="961537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027934" y="1342062"/>
            <a:ext cx="7423610" cy="8057557"/>
          </a:xfrm>
          <a:custGeom>
            <a:avLst/>
            <a:gdLst/>
            <a:ahLst/>
            <a:cxnLst/>
            <a:rect r="r" b="b" t="t" l="l"/>
            <a:pathLst>
              <a:path h="8057557" w="7423610">
                <a:moveTo>
                  <a:pt x="0" y="0"/>
                </a:moveTo>
                <a:lnTo>
                  <a:pt x="7423610" y="0"/>
                </a:lnTo>
                <a:lnTo>
                  <a:pt x="7423610" y="8057557"/>
                </a:lnTo>
                <a:lnTo>
                  <a:pt x="0" y="80575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3" t="0" r="-313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64753" y="1587396"/>
            <a:ext cx="6949879" cy="6933553"/>
          </a:xfrm>
          <a:custGeom>
            <a:avLst/>
            <a:gdLst/>
            <a:ahLst/>
            <a:cxnLst/>
            <a:rect r="r" b="b" t="t" l="l"/>
            <a:pathLst>
              <a:path h="6933553" w="6949879">
                <a:moveTo>
                  <a:pt x="0" y="0"/>
                </a:moveTo>
                <a:lnTo>
                  <a:pt x="6949879" y="0"/>
                </a:lnTo>
                <a:lnTo>
                  <a:pt x="6949879" y="6933553"/>
                </a:lnTo>
                <a:lnTo>
                  <a:pt x="0" y="6933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48937" y="9938592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20813" y="1487466"/>
            <a:ext cx="6993820" cy="8097619"/>
          </a:xfrm>
          <a:custGeom>
            <a:avLst/>
            <a:gdLst/>
            <a:ahLst/>
            <a:cxnLst/>
            <a:rect r="r" b="b" t="t" l="l"/>
            <a:pathLst>
              <a:path h="8097619" w="6993820">
                <a:moveTo>
                  <a:pt x="0" y="0"/>
                </a:moveTo>
                <a:lnTo>
                  <a:pt x="6993819" y="0"/>
                </a:lnTo>
                <a:lnTo>
                  <a:pt x="6993819" y="8097618"/>
                </a:lnTo>
                <a:lnTo>
                  <a:pt x="0" y="80976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72168" y="440262"/>
            <a:ext cx="9260969" cy="61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RE-POSITIONING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30245" y="961537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5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241938" y="1487466"/>
            <a:ext cx="6731759" cy="8097619"/>
          </a:xfrm>
          <a:custGeom>
            <a:avLst/>
            <a:gdLst/>
            <a:ahLst/>
            <a:cxnLst/>
            <a:rect r="r" b="b" t="t" l="l"/>
            <a:pathLst>
              <a:path h="8097619" w="6731759">
                <a:moveTo>
                  <a:pt x="0" y="0"/>
                </a:moveTo>
                <a:lnTo>
                  <a:pt x="6731760" y="0"/>
                </a:lnTo>
                <a:lnTo>
                  <a:pt x="6731760" y="8097618"/>
                </a:lnTo>
                <a:lnTo>
                  <a:pt x="0" y="8097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206" r="0" b="-2206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13338" y="1934427"/>
            <a:ext cx="7617207" cy="2036826"/>
            <a:chOff x="0" y="0"/>
            <a:chExt cx="156732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122245">
            <a:off x="6493811" y="7474039"/>
            <a:ext cx="10906821" cy="2036826"/>
            <a:chOff x="0" y="0"/>
            <a:chExt cx="2244202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4202" cy="419100"/>
            </a:xfrm>
            <a:custGeom>
              <a:avLst/>
              <a:gdLst/>
              <a:ahLst/>
              <a:cxnLst/>
              <a:rect r="r" b="b" t="t" l="l"/>
              <a:pathLst>
                <a:path h="419100" w="2244202">
                  <a:moveTo>
                    <a:pt x="13864" y="0"/>
                  </a:moveTo>
                  <a:lnTo>
                    <a:pt x="2230338" y="0"/>
                  </a:lnTo>
                  <a:cubicBezTo>
                    <a:pt x="2237995" y="0"/>
                    <a:pt x="2244202" y="6207"/>
                    <a:pt x="2244202" y="13864"/>
                  </a:cubicBezTo>
                  <a:lnTo>
                    <a:pt x="2244202" y="405236"/>
                  </a:lnTo>
                  <a:cubicBezTo>
                    <a:pt x="2244202" y="412893"/>
                    <a:pt x="2237995" y="419100"/>
                    <a:pt x="2230338" y="419100"/>
                  </a:cubicBezTo>
                  <a:lnTo>
                    <a:pt x="13864" y="419100"/>
                  </a:lnTo>
                  <a:cubicBezTo>
                    <a:pt x="6207" y="419100"/>
                    <a:pt x="0" y="412893"/>
                    <a:pt x="0" y="405236"/>
                  </a:cubicBezTo>
                  <a:lnTo>
                    <a:pt x="0" y="13864"/>
                  </a:lnTo>
                  <a:cubicBezTo>
                    <a:pt x="0" y="6207"/>
                    <a:pt x="6207" y="0"/>
                    <a:pt x="13864" y="0"/>
                  </a:cubicBez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4420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3066285">
            <a:off x="8295453" y="-1018413"/>
            <a:ext cx="10038981" cy="2036826"/>
            <a:chOff x="0" y="0"/>
            <a:chExt cx="2065634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35043" y="6472948"/>
            <a:ext cx="7104297" cy="2919680"/>
            <a:chOff x="0" y="0"/>
            <a:chExt cx="1202879" cy="494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43383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24102" y="6756133"/>
            <a:ext cx="5726180" cy="2353310"/>
            <a:chOff x="0" y="0"/>
            <a:chExt cx="1202879" cy="494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99137" y="6894844"/>
            <a:ext cx="5051144" cy="2075888"/>
            <a:chOff x="0" y="0"/>
            <a:chExt cx="1202879" cy="4943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4495" y="-1594486"/>
            <a:ext cx="8664845" cy="866484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460028" y="-1525987"/>
            <a:ext cx="8978748" cy="8957655"/>
          </a:xfrm>
          <a:custGeom>
            <a:avLst/>
            <a:gdLst/>
            <a:ahLst/>
            <a:cxnLst/>
            <a:rect r="r" b="b" t="t" l="l"/>
            <a:pathLst>
              <a:path h="8957655" w="8978748">
                <a:moveTo>
                  <a:pt x="0" y="0"/>
                </a:moveTo>
                <a:lnTo>
                  <a:pt x="8978748" y="0"/>
                </a:lnTo>
                <a:lnTo>
                  <a:pt x="8978748" y="8957654"/>
                </a:lnTo>
                <a:lnTo>
                  <a:pt x="0" y="8957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788721" y="-1280261"/>
            <a:ext cx="8036394" cy="80363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31" t="0" r="-24931" b="0"/>
              </a:stretch>
            </a:blipFill>
            <a:ln w="152400" cap="sq">
              <a:solidFill>
                <a:srgbClr val="745E4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-10800000">
            <a:off x="12188115" y="8196691"/>
            <a:ext cx="3384807" cy="2090309"/>
            <a:chOff x="0" y="0"/>
            <a:chExt cx="1151636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430047" y="9616466"/>
            <a:ext cx="4091894" cy="933450"/>
            <a:chOff x="0" y="0"/>
            <a:chExt cx="1077700" cy="2458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7700" cy="245847"/>
            </a:xfrm>
            <a:custGeom>
              <a:avLst/>
              <a:gdLst/>
              <a:ahLst/>
              <a:cxnLst/>
              <a:rect r="r" b="b" t="t" l="l"/>
              <a:pathLst>
                <a:path h="245847" w="1077700">
                  <a:moveTo>
                    <a:pt x="203200" y="245847"/>
                  </a:moveTo>
                  <a:lnTo>
                    <a:pt x="874500" y="245847"/>
                  </a:lnTo>
                  <a:lnTo>
                    <a:pt x="1077700" y="0"/>
                  </a:lnTo>
                  <a:lnTo>
                    <a:pt x="0" y="0"/>
                  </a:lnTo>
                  <a:lnTo>
                    <a:pt x="203200" y="245847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-38100"/>
              <a:ext cx="823700" cy="283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915257" y="8043994"/>
            <a:ext cx="740842" cy="740842"/>
            <a:chOff x="0" y="0"/>
            <a:chExt cx="4064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8043994"/>
            <a:ext cx="8115300" cy="740842"/>
            <a:chOff x="0" y="0"/>
            <a:chExt cx="4451770" cy="406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51770" cy="406400"/>
            </a:xfrm>
            <a:custGeom>
              <a:avLst/>
              <a:gdLst/>
              <a:ahLst/>
              <a:cxnLst/>
              <a:rect r="r" b="b" t="t" l="l"/>
              <a:pathLst>
                <a:path h="406400" w="4451770">
                  <a:moveTo>
                    <a:pt x="424857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4248570" y="406400"/>
                  </a:lnTo>
                  <a:lnTo>
                    <a:pt x="4451770" y="203200"/>
                  </a:lnTo>
                  <a:lnTo>
                    <a:pt x="4248570" y="0"/>
                  </a:lnTo>
                  <a:close/>
                </a:path>
              </a:pathLst>
            </a:custGeom>
            <a:solidFill>
              <a:srgbClr val="43383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33747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533121" y="175056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014993" y="1934427"/>
            <a:ext cx="5206483" cy="5689559"/>
          </a:xfrm>
          <a:custGeom>
            <a:avLst/>
            <a:gdLst/>
            <a:ahLst/>
            <a:cxnLst/>
            <a:rect r="r" b="b" t="t" l="l"/>
            <a:pathLst>
              <a:path h="5689559" w="5206483">
                <a:moveTo>
                  <a:pt x="0" y="0"/>
                </a:moveTo>
                <a:lnTo>
                  <a:pt x="5206483" y="0"/>
                </a:lnTo>
                <a:lnTo>
                  <a:pt x="5206483" y="5689559"/>
                </a:lnTo>
                <a:lnTo>
                  <a:pt x="0" y="5689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4303" t="-47977" r="-26389" b="-83055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028700" y="6910954"/>
            <a:ext cx="9136053" cy="1050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14643" y="8097867"/>
            <a:ext cx="9145385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</a:t>
            </a:r>
            <a:r>
              <a:rPr lang="en-US" sz="29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you on the mat soon!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13338" y="1934427"/>
            <a:ext cx="7617207" cy="2036826"/>
            <a:chOff x="0" y="0"/>
            <a:chExt cx="156732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122245">
            <a:off x="6493811" y="7474039"/>
            <a:ext cx="10906821" cy="2036826"/>
            <a:chOff x="0" y="0"/>
            <a:chExt cx="2244202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4202" cy="419100"/>
            </a:xfrm>
            <a:custGeom>
              <a:avLst/>
              <a:gdLst/>
              <a:ahLst/>
              <a:cxnLst/>
              <a:rect r="r" b="b" t="t" l="l"/>
              <a:pathLst>
                <a:path h="419100" w="2244202">
                  <a:moveTo>
                    <a:pt x="13864" y="0"/>
                  </a:moveTo>
                  <a:lnTo>
                    <a:pt x="2230338" y="0"/>
                  </a:lnTo>
                  <a:cubicBezTo>
                    <a:pt x="2237995" y="0"/>
                    <a:pt x="2244202" y="6207"/>
                    <a:pt x="2244202" y="13864"/>
                  </a:cubicBezTo>
                  <a:lnTo>
                    <a:pt x="2244202" y="405236"/>
                  </a:lnTo>
                  <a:cubicBezTo>
                    <a:pt x="2244202" y="412893"/>
                    <a:pt x="2237995" y="419100"/>
                    <a:pt x="2230338" y="419100"/>
                  </a:cubicBezTo>
                  <a:lnTo>
                    <a:pt x="13864" y="419100"/>
                  </a:lnTo>
                  <a:cubicBezTo>
                    <a:pt x="6207" y="419100"/>
                    <a:pt x="0" y="412893"/>
                    <a:pt x="0" y="405236"/>
                  </a:cubicBezTo>
                  <a:lnTo>
                    <a:pt x="0" y="13864"/>
                  </a:lnTo>
                  <a:cubicBezTo>
                    <a:pt x="0" y="6207"/>
                    <a:pt x="6207" y="0"/>
                    <a:pt x="13864" y="0"/>
                  </a:cubicBez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4420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3066285">
            <a:off x="8295453" y="-1018413"/>
            <a:ext cx="10038981" cy="2036826"/>
            <a:chOff x="0" y="0"/>
            <a:chExt cx="2065634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35043" y="6472948"/>
            <a:ext cx="7104297" cy="2919680"/>
            <a:chOff x="0" y="0"/>
            <a:chExt cx="1202879" cy="494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43383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24102" y="6756133"/>
            <a:ext cx="5726180" cy="2353310"/>
            <a:chOff x="0" y="0"/>
            <a:chExt cx="1202879" cy="494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99137" y="6894844"/>
            <a:ext cx="5051144" cy="2075888"/>
            <a:chOff x="0" y="0"/>
            <a:chExt cx="1202879" cy="4943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4495" y="-1594486"/>
            <a:ext cx="8664845" cy="866484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460028" y="-1525987"/>
            <a:ext cx="8978748" cy="8957655"/>
          </a:xfrm>
          <a:custGeom>
            <a:avLst/>
            <a:gdLst/>
            <a:ahLst/>
            <a:cxnLst/>
            <a:rect r="r" b="b" t="t" l="l"/>
            <a:pathLst>
              <a:path h="8957655" w="8978748">
                <a:moveTo>
                  <a:pt x="0" y="0"/>
                </a:moveTo>
                <a:lnTo>
                  <a:pt x="8978748" y="0"/>
                </a:lnTo>
                <a:lnTo>
                  <a:pt x="8978748" y="8957654"/>
                </a:lnTo>
                <a:lnTo>
                  <a:pt x="0" y="8957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788721" y="-1280261"/>
            <a:ext cx="8036394" cy="80363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31" t="0" r="-24931" b="0"/>
              </a:stretch>
            </a:blipFill>
            <a:ln w="152400" cap="sq">
              <a:solidFill>
                <a:srgbClr val="745E4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-10800000">
            <a:off x="12188115" y="8196691"/>
            <a:ext cx="3384807" cy="2090309"/>
            <a:chOff x="0" y="0"/>
            <a:chExt cx="1151636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430047" y="9616466"/>
            <a:ext cx="4091894" cy="933450"/>
            <a:chOff x="0" y="0"/>
            <a:chExt cx="1077700" cy="2458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7700" cy="245847"/>
            </a:xfrm>
            <a:custGeom>
              <a:avLst/>
              <a:gdLst/>
              <a:ahLst/>
              <a:cxnLst/>
              <a:rect r="r" b="b" t="t" l="l"/>
              <a:pathLst>
                <a:path h="245847" w="1077700">
                  <a:moveTo>
                    <a:pt x="203200" y="245847"/>
                  </a:moveTo>
                  <a:lnTo>
                    <a:pt x="874500" y="245847"/>
                  </a:lnTo>
                  <a:lnTo>
                    <a:pt x="1077700" y="0"/>
                  </a:lnTo>
                  <a:lnTo>
                    <a:pt x="0" y="0"/>
                  </a:lnTo>
                  <a:lnTo>
                    <a:pt x="203200" y="245847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-38100"/>
              <a:ext cx="823700" cy="283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533121" y="175056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13338" y="1934427"/>
            <a:ext cx="7617207" cy="2036826"/>
            <a:chOff x="0" y="0"/>
            <a:chExt cx="156732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7327" cy="419100"/>
            </a:xfrm>
            <a:custGeom>
              <a:avLst/>
              <a:gdLst/>
              <a:ahLst/>
              <a:cxnLst/>
              <a:rect r="r" b="b" t="t" l="l"/>
              <a:pathLst>
                <a:path h="419100" w="1567327">
                  <a:moveTo>
                    <a:pt x="19851" y="0"/>
                  </a:moveTo>
                  <a:lnTo>
                    <a:pt x="1547476" y="0"/>
                  </a:lnTo>
                  <a:cubicBezTo>
                    <a:pt x="1558439" y="0"/>
                    <a:pt x="1567327" y="8888"/>
                    <a:pt x="1567327" y="19851"/>
                  </a:cubicBezTo>
                  <a:lnTo>
                    <a:pt x="1567327" y="399249"/>
                  </a:lnTo>
                  <a:cubicBezTo>
                    <a:pt x="1567327" y="410212"/>
                    <a:pt x="1558439" y="419100"/>
                    <a:pt x="1547476" y="419100"/>
                  </a:cubicBezTo>
                  <a:lnTo>
                    <a:pt x="19851" y="419100"/>
                  </a:lnTo>
                  <a:cubicBezTo>
                    <a:pt x="8888" y="419100"/>
                    <a:pt x="0" y="410212"/>
                    <a:pt x="0" y="399249"/>
                  </a:cubicBezTo>
                  <a:lnTo>
                    <a:pt x="0" y="19851"/>
                  </a:lnTo>
                  <a:cubicBezTo>
                    <a:pt x="0" y="8888"/>
                    <a:pt x="8888" y="0"/>
                    <a:pt x="19851" y="0"/>
                  </a:cubicBez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6732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122245">
            <a:off x="6493811" y="7474039"/>
            <a:ext cx="10906821" cy="2036826"/>
            <a:chOff x="0" y="0"/>
            <a:chExt cx="2244202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4202" cy="419100"/>
            </a:xfrm>
            <a:custGeom>
              <a:avLst/>
              <a:gdLst/>
              <a:ahLst/>
              <a:cxnLst/>
              <a:rect r="r" b="b" t="t" l="l"/>
              <a:pathLst>
                <a:path h="419100" w="2244202">
                  <a:moveTo>
                    <a:pt x="13864" y="0"/>
                  </a:moveTo>
                  <a:lnTo>
                    <a:pt x="2230338" y="0"/>
                  </a:lnTo>
                  <a:cubicBezTo>
                    <a:pt x="2237995" y="0"/>
                    <a:pt x="2244202" y="6207"/>
                    <a:pt x="2244202" y="13864"/>
                  </a:cubicBezTo>
                  <a:lnTo>
                    <a:pt x="2244202" y="405236"/>
                  </a:lnTo>
                  <a:cubicBezTo>
                    <a:pt x="2244202" y="412893"/>
                    <a:pt x="2237995" y="419100"/>
                    <a:pt x="2230338" y="419100"/>
                  </a:cubicBezTo>
                  <a:lnTo>
                    <a:pt x="13864" y="419100"/>
                  </a:lnTo>
                  <a:cubicBezTo>
                    <a:pt x="6207" y="419100"/>
                    <a:pt x="0" y="412893"/>
                    <a:pt x="0" y="405236"/>
                  </a:cubicBezTo>
                  <a:lnTo>
                    <a:pt x="0" y="13864"/>
                  </a:lnTo>
                  <a:cubicBezTo>
                    <a:pt x="0" y="6207"/>
                    <a:pt x="6207" y="0"/>
                    <a:pt x="13864" y="0"/>
                  </a:cubicBez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4420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3066285">
            <a:off x="8295453" y="-1018413"/>
            <a:ext cx="10038981" cy="2036826"/>
            <a:chOff x="0" y="0"/>
            <a:chExt cx="2065634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35043" y="6472948"/>
            <a:ext cx="7104297" cy="2919680"/>
            <a:chOff x="0" y="0"/>
            <a:chExt cx="1202879" cy="494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43383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24102" y="6756133"/>
            <a:ext cx="5726180" cy="2353310"/>
            <a:chOff x="0" y="0"/>
            <a:chExt cx="1202879" cy="494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99137" y="6894844"/>
            <a:ext cx="5051144" cy="2075888"/>
            <a:chOff x="0" y="0"/>
            <a:chExt cx="1202879" cy="4943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2879" cy="494352"/>
            </a:xfrm>
            <a:custGeom>
              <a:avLst/>
              <a:gdLst/>
              <a:ahLst/>
              <a:cxnLst/>
              <a:rect r="r" b="b" t="t" l="l"/>
              <a:pathLst>
                <a:path h="494352" w="1202879">
                  <a:moveTo>
                    <a:pt x="999679" y="0"/>
                  </a:moveTo>
                  <a:lnTo>
                    <a:pt x="203200" y="0"/>
                  </a:lnTo>
                  <a:lnTo>
                    <a:pt x="0" y="247176"/>
                  </a:lnTo>
                  <a:lnTo>
                    <a:pt x="203200" y="494352"/>
                  </a:lnTo>
                  <a:lnTo>
                    <a:pt x="999679" y="494352"/>
                  </a:lnTo>
                  <a:lnTo>
                    <a:pt x="1202879" y="247176"/>
                  </a:lnTo>
                  <a:lnTo>
                    <a:pt x="999679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52400" y="-38100"/>
              <a:ext cx="898079" cy="53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4495" y="-1594486"/>
            <a:ext cx="8664845" cy="866484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460028" y="-1525987"/>
            <a:ext cx="8978748" cy="8957655"/>
          </a:xfrm>
          <a:custGeom>
            <a:avLst/>
            <a:gdLst/>
            <a:ahLst/>
            <a:cxnLst/>
            <a:rect r="r" b="b" t="t" l="l"/>
            <a:pathLst>
              <a:path h="8957655" w="8978748">
                <a:moveTo>
                  <a:pt x="0" y="0"/>
                </a:moveTo>
                <a:lnTo>
                  <a:pt x="8978748" y="0"/>
                </a:lnTo>
                <a:lnTo>
                  <a:pt x="8978748" y="8957654"/>
                </a:lnTo>
                <a:lnTo>
                  <a:pt x="0" y="8957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788721" y="-1280261"/>
            <a:ext cx="8036394" cy="80363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31" t="0" r="-24931" b="0"/>
              </a:stretch>
            </a:blipFill>
            <a:ln w="152400" cap="sq">
              <a:solidFill>
                <a:srgbClr val="745E4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-10800000">
            <a:off x="12188115" y="8196691"/>
            <a:ext cx="3384807" cy="2090309"/>
            <a:chOff x="0" y="0"/>
            <a:chExt cx="1151636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1636" cy="711200"/>
            </a:xfrm>
            <a:custGeom>
              <a:avLst/>
              <a:gdLst/>
              <a:ahLst/>
              <a:cxnLst/>
              <a:rect r="r" b="b" t="t" l="l"/>
              <a:pathLst>
                <a:path h="711200" w="1151636">
                  <a:moveTo>
                    <a:pt x="575818" y="711200"/>
                  </a:moveTo>
                  <a:lnTo>
                    <a:pt x="1151636" y="0"/>
                  </a:lnTo>
                  <a:lnTo>
                    <a:pt x="0" y="0"/>
                  </a:lnTo>
                  <a:lnTo>
                    <a:pt x="575818" y="71120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9943" y="12700"/>
              <a:ext cx="7917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430047" y="9616466"/>
            <a:ext cx="4091894" cy="933450"/>
            <a:chOff x="0" y="0"/>
            <a:chExt cx="1077700" cy="2458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7700" cy="245847"/>
            </a:xfrm>
            <a:custGeom>
              <a:avLst/>
              <a:gdLst/>
              <a:ahLst/>
              <a:cxnLst/>
              <a:rect r="r" b="b" t="t" l="l"/>
              <a:pathLst>
                <a:path h="245847" w="1077700">
                  <a:moveTo>
                    <a:pt x="203200" y="245847"/>
                  </a:moveTo>
                  <a:lnTo>
                    <a:pt x="874500" y="245847"/>
                  </a:lnTo>
                  <a:lnTo>
                    <a:pt x="1077700" y="0"/>
                  </a:lnTo>
                  <a:lnTo>
                    <a:pt x="0" y="0"/>
                  </a:lnTo>
                  <a:lnTo>
                    <a:pt x="203200" y="245847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-38100"/>
              <a:ext cx="823700" cy="283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5E4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533121" y="175056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791621" y="597889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0" t="0" r="-30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0366" y="2591889"/>
            <a:ext cx="5680988" cy="3510514"/>
            <a:chOff x="0" y="0"/>
            <a:chExt cx="986502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985058" y="-3517405"/>
            <a:ext cx="7159308" cy="4546105"/>
            <a:chOff x="0" y="0"/>
            <a:chExt cx="812800" cy="516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16122"/>
            </a:xfrm>
            <a:custGeom>
              <a:avLst/>
              <a:gdLst/>
              <a:ahLst/>
              <a:cxnLst/>
              <a:rect r="r" b="b" t="t" l="l"/>
              <a:pathLst>
                <a:path h="516122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58061"/>
                  </a:lnTo>
                  <a:lnTo>
                    <a:pt x="609600" y="516122"/>
                  </a:lnTo>
                  <a:lnTo>
                    <a:pt x="0" y="516122"/>
                  </a:lnTo>
                  <a:lnTo>
                    <a:pt x="203200" y="258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5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2985058" y="-2335261"/>
            <a:ext cx="3764661" cy="4670523"/>
            <a:chOff x="0" y="0"/>
            <a:chExt cx="406400" cy="504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504189"/>
            </a:xfrm>
            <a:custGeom>
              <a:avLst/>
              <a:gdLst/>
              <a:ahLst/>
              <a:cxnLst/>
              <a:rect r="r" b="b" t="t" l="l"/>
              <a:pathLst>
                <a:path h="504189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52094"/>
                  </a:lnTo>
                  <a:lnTo>
                    <a:pt x="203200" y="504189"/>
                  </a:lnTo>
                  <a:lnTo>
                    <a:pt x="0" y="504189"/>
                  </a:lnTo>
                  <a:lnTo>
                    <a:pt x="203200" y="252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524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20655" y="1297222"/>
            <a:ext cx="4935624" cy="3049923"/>
            <a:chOff x="0" y="0"/>
            <a:chExt cx="986502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64712" y="1297222"/>
            <a:ext cx="4935624" cy="3049923"/>
            <a:chOff x="0" y="0"/>
            <a:chExt cx="986502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7785872" y="1192431"/>
            <a:ext cx="10038981" cy="2036826"/>
            <a:chOff x="0" y="0"/>
            <a:chExt cx="2065634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5634" cy="419100"/>
            </a:xfrm>
            <a:custGeom>
              <a:avLst/>
              <a:gdLst/>
              <a:ahLst/>
              <a:cxnLst/>
              <a:rect r="r" b="b" t="t" l="l"/>
              <a:pathLst>
                <a:path h="419100" w="2065634">
                  <a:moveTo>
                    <a:pt x="15062" y="0"/>
                  </a:moveTo>
                  <a:lnTo>
                    <a:pt x="2050572" y="0"/>
                  </a:lnTo>
                  <a:cubicBezTo>
                    <a:pt x="2054566" y="0"/>
                    <a:pt x="2058398" y="1587"/>
                    <a:pt x="2061222" y="4412"/>
                  </a:cubicBezTo>
                  <a:cubicBezTo>
                    <a:pt x="2064047" y="7236"/>
                    <a:pt x="2065634" y="11067"/>
                    <a:pt x="2065634" y="15062"/>
                  </a:cubicBezTo>
                  <a:lnTo>
                    <a:pt x="2065634" y="404038"/>
                  </a:lnTo>
                  <a:cubicBezTo>
                    <a:pt x="2065634" y="412356"/>
                    <a:pt x="2058890" y="419100"/>
                    <a:pt x="2050572" y="419100"/>
                  </a:cubicBezTo>
                  <a:lnTo>
                    <a:pt x="15062" y="419100"/>
                  </a:lnTo>
                  <a:cubicBezTo>
                    <a:pt x="11067" y="419100"/>
                    <a:pt x="7236" y="417513"/>
                    <a:pt x="4412" y="414688"/>
                  </a:cubicBezTo>
                  <a:cubicBezTo>
                    <a:pt x="1587" y="411864"/>
                    <a:pt x="0" y="408033"/>
                    <a:pt x="0" y="404038"/>
                  </a:cubicBezTo>
                  <a:lnTo>
                    <a:pt x="0" y="15062"/>
                  </a:lnTo>
                  <a:cubicBezTo>
                    <a:pt x="0" y="11067"/>
                    <a:pt x="1587" y="7236"/>
                    <a:pt x="4412" y="4412"/>
                  </a:cubicBezTo>
                  <a:cubicBezTo>
                    <a:pt x="7236" y="1587"/>
                    <a:pt x="11067" y="0"/>
                    <a:pt x="15062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6563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71401" y="1527528"/>
            <a:ext cx="8353803" cy="835380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523647" y="3582217"/>
            <a:ext cx="8508877" cy="8488888"/>
          </a:xfrm>
          <a:custGeom>
            <a:avLst/>
            <a:gdLst/>
            <a:ahLst/>
            <a:cxnLst/>
            <a:rect r="r" b="b" t="t" l="l"/>
            <a:pathLst>
              <a:path h="8488888" w="8508877">
                <a:moveTo>
                  <a:pt x="0" y="0"/>
                </a:moveTo>
                <a:lnTo>
                  <a:pt x="8508877" y="0"/>
                </a:lnTo>
                <a:lnTo>
                  <a:pt x="8508877" y="8488888"/>
                </a:lnTo>
                <a:lnTo>
                  <a:pt x="0" y="8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646545" y="1712041"/>
            <a:ext cx="7603515" cy="760351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52400" cap="sq">
              <a:solidFill>
                <a:srgbClr val="745E4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1771457" y="9768022"/>
            <a:ext cx="3086100" cy="1543050"/>
            <a:chOff x="0" y="0"/>
            <a:chExt cx="8128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1299" y="9768022"/>
            <a:ext cx="1897852" cy="1543050"/>
            <a:chOff x="0" y="0"/>
            <a:chExt cx="499846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46" cy="406400"/>
            </a:xfrm>
            <a:custGeom>
              <a:avLst/>
              <a:gdLst/>
              <a:ahLst/>
              <a:cxnLst/>
              <a:rect r="r" b="b" t="t" l="l"/>
              <a:pathLst>
                <a:path h="406400" w="499846">
                  <a:moveTo>
                    <a:pt x="0" y="0"/>
                  </a:moveTo>
                  <a:lnTo>
                    <a:pt x="296646" y="0"/>
                  </a:lnTo>
                  <a:lnTo>
                    <a:pt x="499846" y="203200"/>
                  </a:lnTo>
                  <a:lnTo>
                    <a:pt x="29664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38100"/>
              <a:ext cx="24584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85807" y="9768022"/>
            <a:ext cx="1543050" cy="1543050"/>
            <a:chOff x="0" y="0"/>
            <a:chExt cx="4064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39769" y="9987097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044166" y="8262725"/>
            <a:ext cx="6404594" cy="740842"/>
            <a:chOff x="0" y="0"/>
            <a:chExt cx="3513336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13336" cy="406400"/>
            </a:xfrm>
            <a:custGeom>
              <a:avLst/>
              <a:gdLst/>
              <a:ahLst/>
              <a:cxnLst/>
              <a:rect r="r" b="b" t="t" l="l"/>
              <a:pathLst>
                <a:path h="406400" w="3513336">
                  <a:moveTo>
                    <a:pt x="331013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10136" y="406400"/>
                  </a:lnTo>
                  <a:lnTo>
                    <a:pt x="3513336" y="203200"/>
                  </a:lnTo>
                  <a:lnTo>
                    <a:pt x="3310136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39903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209885" y="7236321"/>
            <a:ext cx="590340" cy="590340"/>
          </a:xfrm>
          <a:custGeom>
            <a:avLst/>
            <a:gdLst/>
            <a:ahLst/>
            <a:cxnLst/>
            <a:rect r="r" b="b" t="t" l="l"/>
            <a:pathLst>
              <a:path h="590340" w="590340">
                <a:moveTo>
                  <a:pt x="0" y="0"/>
                </a:moveTo>
                <a:lnTo>
                  <a:pt x="590340" y="0"/>
                </a:lnTo>
                <a:lnTo>
                  <a:pt x="590340" y="590340"/>
                </a:lnTo>
                <a:lnTo>
                  <a:pt x="0" y="5903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7224879" y="8270010"/>
            <a:ext cx="740842" cy="740842"/>
            <a:chOff x="0" y="0"/>
            <a:chExt cx="406400" cy="406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44166" y="3815756"/>
            <a:ext cx="8209246" cy="233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true">
                <a:solidFill>
                  <a:srgbClr val="5B4F47"/>
                </a:solidFill>
                <a:latin typeface="Poppins Bold"/>
                <a:ea typeface="Poppins Bold"/>
                <a:cs typeface="Poppins Bold"/>
                <a:sym typeface="Poppins Bold"/>
              </a:rPr>
              <a:t>MORE ABOUT</a:t>
            </a:r>
          </a:p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BD9479"/>
                </a:solidFill>
                <a:latin typeface="Poppins Bold"/>
                <a:ea typeface="Poppins Bold"/>
                <a:cs typeface="Poppins Bold"/>
                <a:sym typeface="Poppins Bold"/>
              </a:rPr>
              <a:t>SUSIE LIM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93204" y="8326073"/>
            <a:ext cx="568376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SRC &amp; Chair of Yoga Club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009555" y="7346022"/>
            <a:ext cx="8514092" cy="48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8"/>
              </a:lnSpc>
            </a:pPr>
            <a:r>
              <a:rPr lang="en-US" sz="2827">
                <a:solidFill>
                  <a:srgbClr val="5B4F47"/>
                </a:solidFill>
                <a:latin typeface="Inter"/>
                <a:ea typeface="Inter"/>
                <a:cs typeface="Inter"/>
                <a:sym typeface="Inter"/>
              </a:rPr>
              <a:t>IG: susielim.s</a:t>
            </a:r>
            <a:r>
              <a:rPr lang="en-US" sz="2827">
                <a:solidFill>
                  <a:srgbClr val="5B4F47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827">
                <a:solidFill>
                  <a:srgbClr val="5B4F47"/>
                </a:solidFill>
                <a:latin typeface="Inter"/>
                <a:ea typeface="Inter"/>
                <a:cs typeface="Inter"/>
                <a:sym typeface="Inter"/>
              </a:rPr>
              <a:t>ki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521077" y="944480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1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0" t="0" r="-30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0366" y="2591889"/>
            <a:ext cx="5680988" cy="3510514"/>
            <a:chOff x="0" y="0"/>
            <a:chExt cx="986502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985058" y="-3517405"/>
            <a:ext cx="7159308" cy="4546105"/>
            <a:chOff x="0" y="0"/>
            <a:chExt cx="812800" cy="516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16122"/>
            </a:xfrm>
            <a:custGeom>
              <a:avLst/>
              <a:gdLst/>
              <a:ahLst/>
              <a:cxnLst/>
              <a:rect r="r" b="b" t="t" l="l"/>
              <a:pathLst>
                <a:path h="516122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58061"/>
                  </a:lnTo>
                  <a:lnTo>
                    <a:pt x="609600" y="516122"/>
                  </a:lnTo>
                  <a:lnTo>
                    <a:pt x="0" y="516122"/>
                  </a:lnTo>
                  <a:lnTo>
                    <a:pt x="203200" y="258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5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2985058" y="-2335261"/>
            <a:ext cx="3764661" cy="4670523"/>
            <a:chOff x="0" y="0"/>
            <a:chExt cx="406400" cy="504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504189"/>
            </a:xfrm>
            <a:custGeom>
              <a:avLst/>
              <a:gdLst/>
              <a:ahLst/>
              <a:cxnLst/>
              <a:rect r="r" b="b" t="t" l="l"/>
              <a:pathLst>
                <a:path h="504189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52094"/>
                  </a:lnTo>
                  <a:lnTo>
                    <a:pt x="203200" y="504189"/>
                  </a:lnTo>
                  <a:lnTo>
                    <a:pt x="0" y="504189"/>
                  </a:lnTo>
                  <a:lnTo>
                    <a:pt x="203200" y="252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524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20655" y="1297222"/>
            <a:ext cx="4935624" cy="3049923"/>
            <a:chOff x="0" y="0"/>
            <a:chExt cx="986502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64712" y="1297222"/>
            <a:ext cx="4935624" cy="3049923"/>
            <a:chOff x="0" y="0"/>
            <a:chExt cx="986502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51299" y="1010854"/>
            <a:ext cx="12368371" cy="8757168"/>
          </a:xfrm>
          <a:custGeom>
            <a:avLst/>
            <a:gdLst/>
            <a:ahLst/>
            <a:cxnLst/>
            <a:rect r="r" b="b" t="t" l="l"/>
            <a:pathLst>
              <a:path h="8757168" w="12368371">
                <a:moveTo>
                  <a:pt x="0" y="0"/>
                </a:moveTo>
                <a:lnTo>
                  <a:pt x="12368371" y="0"/>
                </a:lnTo>
                <a:lnTo>
                  <a:pt x="12368371" y="8757168"/>
                </a:lnTo>
                <a:lnTo>
                  <a:pt x="0" y="8757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3066285">
            <a:off x="6713254" y="3435941"/>
            <a:ext cx="15804172" cy="2036826"/>
            <a:chOff x="0" y="0"/>
            <a:chExt cx="3251887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51887" cy="419100"/>
            </a:xfrm>
            <a:custGeom>
              <a:avLst/>
              <a:gdLst/>
              <a:ahLst/>
              <a:cxnLst/>
              <a:rect r="r" b="b" t="t" l="l"/>
              <a:pathLst>
                <a:path h="419100" w="3251887">
                  <a:moveTo>
                    <a:pt x="9568" y="0"/>
                  </a:moveTo>
                  <a:lnTo>
                    <a:pt x="3242320" y="0"/>
                  </a:lnTo>
                  <a:cubicBezTo>
                    <a:pt x="3244857" y="0"/>
                    <a:pt x="3247291" y="1008"/>
                    <a:pt x="3249085" y="2802"/>
                  </a:cubicBezTo>
                  <a:cubicBezTo>
                    <a:pt x="3250879" y="4597"/>
                    <a:pt x="3251887" y="7030"/>
                    <a:pt x="3251887" y="9568"/>
                  </a:cubicBezTo>
                  <a:lnTo>
                    <a:pt x="3251887" y="409532"/>
                  </a:lnTo>
                  <a:cubicBezTo>
                    <a:pt x="3251887" y="412070"/>
                    <a:pt x="3250879" y="414503"/>
                    <a:pt x="3249085" y="416298"/>
                  </a:cubicBezTo>
                  <a:cubicBezTo>
                    <a:pt x="3247291" y="418092"/>
                    <a:pt x="3244857" y="419100"/>
                    <a:pt x="3242320" y="419100"/>
                  </a:cubicBezTo>
                  <a:lnTo>
                    <a:pt x="9568" y="419100"/>
                  </a:lnTo>
                  <a:cubicBezTo>
                    <a:pt x="7030" y="419100"/>
                    <a:pt x="4597" y="418092"/>
                    <a:pt x="2802" y="416298"/>
                  </a:cubicBezTo>
                  <a:cubicBezTo>
                    <a:pt x="1008" y="414503"/>
                    <a:pt x="0" y="412070"/>
                    <a:pt x="0" y="409532"/>
                  </a:cubicBezTo>
                  <a:lnTo>
                    <a:pt x="0" y="9568"/>
                  </a:lnTo>
                  <a:cubicBezTo>
                    <a:pt x="0" y="7030"/>
                    <a:pt x="1008" y="4597"/>
                    <a:pt x="2802" y="2802"/>
                  </a:cubicBezTo>
                  <a:cubicBezTo>
                    <a:pt x="4597" y="1008"/>
                    <a:pt x="7030" y="0"/>
                    <a:pt x="9568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25188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523647" y="3582217"/>
            <a:ext cx="8508877" cy="8488888"/>
          </a:xfrm>
          <a:custGeom>
            <a:avLst/>
            <a:gdLst/>
            <a:ahLst/>
            <a:cxnLst/>
            <a:rect r="r" b="b" t="t" l="l"/>
            <a:pathLst>
              <a:path h="8488888" w="8508877">
                <a:moveTo>
                  <a:pt x="0" y="0"/>
                </a:moveTo>
                <a:lnTo>
                  <a:pt x="8508877" y="0"/>
                </a:lnTo>
                <a:lnTo>
                  <a:pt x="8508877" y="8488888"/>
                </a:lnTo>
                <a:lnTo>
                  <a:pt x="0" y="8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3809530" y="447767"/>
            <a:ext cx="4222252" cy="4222252"/>
            <a:chOff x="0" y="0"/>
            <a:chExt cx="5629669" cy="562966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629669" cy="5629669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811" y="252811"/>
              <a:ext cx="5124046" cy="5124046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  <a:ln w="152400" cap="sq">
                <a:solidFill>
                  <a:srgbClr val="745E4D"/>
                </a:solidFill>
                <a:prstDash val="solid"/>
                <a:miter/>
              </a:ln>
            </p:spPr>
          </p:sp>
        </p:grpSp>
      </p:grpSp>
      <p:grpSp>
        <p:nvGrpSpPr>
          <p:cNvPr name="Group 29" id="29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639769" y="9987097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0" y="9258300"/>
            <a:ext cx="9666809" cy="740842"/>
            <a:chOff x="0" y="0"/>
            <a:chExt cx="12889079" cy="987789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2161670" cy="987789"/>
              <a:chOff x="0" y="0"/>
              <a:chExt cx="5003600" cy="406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0036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5003600">
                    <a:moveTo>
                      <a:pt x="480040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800400" y="406400"/>
                    </a:lnTo>
                    <a:lnTo>
                      <a:pt x="5003600" y="203200"/>
                    </a:lnTo>
                    <a:lnTo>
                      <a:pt x="4800400" y="0"/>
                    </a:lnTo>
                    <a:close/>
                  </a:path>
                </a:pathLst>
              </a:custGeom>
              <a:solidFill>
                <a:srgbClr val="5B4F47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48893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1901290" y="0"/>
              <a:ext cx="987789" cy="987789"/>
              <a:chOff x="0" y="0"/>
              <a:chExt cx="406400" cy="4064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D9479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198717" y="113040"/>
              <a:ext cx="10323609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Certificated Meditation Practitioner 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521077" y="944480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1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0" t="0" r="-30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0366" y="2591889"/>
            <a:ext cx="5680988" cy="3510514"/>
            <a:chOff x="0" y="0"/>
            <a:chExt cx="986502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985058" y="-3517405"/>
            <a:ext cx="7159308" cy="4546105"/>
            <a:chOff x="0" y="0"/>
            <a:chExt cx="812800" cy="516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16122"/>
            </a:xfrm>
            <a:custGeom>
              <a:avLst/>
              <a:gdLst/>
              <a:ahLst/>
              <a:cxnLst/>
              <a:rect r="r" b="b" t="t" l="l"/>
              <a:pathLst>
                <a:path h="516122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58061"/>
                  </a:lnTo>
                  <a:lnTo>
                    <a:pt x="609600" y="516122"/>
                  </a:lnTo>
                  <a:lnTo>
                    <a:pt x="0" y="516122"/>
                  </a:lnTo>
                  <a:lnTo>
                    <a:pt x="203200" y="258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5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2985058" y="-2335261"/>
            <a:ext cx="3764661" cy="4670523"/>
            <a:chOff x="0" y="0"/>
            <a:chExt cx="406400" cy="504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504189"/>
            </a:xfrm>
            <a:custGeom>
              <a:avLst/>
              <a:gdLst/>
              <a:ahLst/>
              <a:cxnLst/>
              <a:rect r="r" b="b" t="t" l="l"/>
              <a:pathLst>
                <a:path h="504189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52094"/>
                  </a:lnTo>
                  <a:lnTo>
                    <a:pt x="203200" y="504189"/>
                  </a:lnTo>
                  <a:lnTo>
                    <a:pt x="0" y="504189"/>
                  </a:lnTo>
                  <a:lnTo>
                    <a:pt x="203200" y="252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524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20655" y="1297222"/>
            <a:ext cx="4935624" cy="3049923"/>
            <a:chOff x="0" y="0"/>
            <a:chExt cx="986502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64712" y="1297222"/>
            <a:ext cx="4935624" cy="3049923"/>
            <a:chOff x="0" y="0"/>
            <a:chExt cx="986502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6713254" y="3435941"/>
            <a:ext cx="15804172" cy="2036826"/>
            <a:chOff x="0" y="0"/>
            <a:chExt cx="325188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51887" cy="419100"/>
            </a:xfrm>
            <a:custGeom>
              <a:avLst/>
              <a:gdLst/>
              <a:ahLst/>
              <a:cxnLst/>
              <a:rect r="r" b="b" t="t" l="l"/>
              <a:pathLst>
                <a:path h="419100" w="3251887">
                  <a:moveTo>
                    <a:pt x="9568" y="0"/>
                  </a:moveTo>
                  <a:lnTo>
                    <a:pt x="3242320" y="0"/>
                  </a:lnTo>
                  <a:cubicBezTo>
                    <a:pt x="3244857" y="0"/>
                    <a:pt x="3247291" y="1008"/>
                    <a:pt x="3249085" y="2802"/>
                  </a:cubicBezTo>
                  <a:cubicBezTo>
                    <a:pt x="3250879" y="4597"/>
                    <a:pt x="3251887" y="7030"/>
                    <a:pt x="3251887" y="9568"/>
                  </a:cubicBezTo>
                  <a:lnTo>
                    <a:pt x="3251887" y="409532"/>
                  </a:lnTo>
                  <a:cubicBezTo>
                    <a:pt x="3251887" y="412070"/>
                    <a:pt x="3250879" y="414503"/>
                    <a:pt x="3249085" y="416298"/>
                  </a:cubicBezTo>
                  <a:cubicBezTo>
                    <a:pt x="3247291" y="418092"/>
                    <a:pt x="3244857" y="419100"/>
                    <a:pt x="3242320" y="419100"/>
                  </a:cubicBezTo>
                  <a:lnTo>
                    <a:pt x="9568" y="419100"/>
                  </a:lnTo>
                  <a:cubicBezTo>
                    <a:pt x="7030" y="419100"/>
                    <a:pt x="4597" y="418092"/>
                    <a:pt x="2802" y="416298"/>
                  </a:cubicBezTo>
                  <a:cubicBezTo>
                    <a:pt x="1008" y="414503"/>
                    <a:pt x="0" y="412070"/>
                    <a:pt x="0" y="409532"/>
                  </a:cubicBezTo>
                  <a:lnTo>
                    <a:pt x="0" y="9568"/>
                  </a:lnTo>
                  <a:cubicBezTo>
                    <a:pt x="0" y="7030"/>
                    <a:pt x="1008" y="4597"/>
                    <a:pt x="2802" y="2802"/>
                  </a:cubicBezTo>
                  <a:cubicBezTo>
                    <a:pt x="4597" y="1008"/>
                    <a:pt x="7030" y="0"/>
                    <a:pt x="9568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25188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523647" y="3582217"/>
            <a:ext cx="8508877" cy="8488888"/>
          </a:xfrm>
          <a:custGeom>
            <a:avLst/>
            <a:gdLst/>
            <a:ahLst/>
            <a:cxnLst/>
            <a:rect r="r" b="b" t="t" l="l"/>
            <a:pathLst>
              <a:path h="8488888" w="8508877">
                <a:moveTo>
                  <a:pt x="0" y="0"/>
                </a:moveTo>
                <a:lnTo>
                  <a:pt x="8508877" y="0"/>
                </a:lnTo>
                <a:lnTo>
                  <a:pt x="8508877" y="8488888"/>
                </a:lnTo>
                <a:lnTo>
                  <a:pt x="0" y="8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809530" y="447767"/>
            <a:ext cx="4222252" cy="4222252"/>
            <a:chOff x="0" y="0"/>
            <a:chExt cx="5629669" cy="562966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629669" cy="5629669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252811" y="252811"/>
              <a:ext cx="5124046" cy="512404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  <a:ln w="152400" cap="sq">
                <a:solidFill>
                  <a:srgbClr val="745E4D"/>
                </a:solidFill>
                <a:prstDash val="solid"/>
                <a:miter/>
              </a:ln>
            </p:spPr>
          </p:sp>
        </p:grpSp>
      </p:grpSp>
      <p:grpSp>
        <p:nvGrpSpPr>
          <p:cNvPr name="Group 28" id="28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639769" y="9987097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0" y="9258300"/>
            <a:ext cx="6921554" cy="748128"/>
            <a:chOff x="0" y="0"/>
            <a:chExt cx="9228739" cy="997503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8539459" cy="987789"/>
              <a:chOff x="0" y="0"/>
              <a:chExt cx="3513336" cy="406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51333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513336">
                    <a:moveTo>
                      <a:pt x="331013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310136" y="406400"/>
                    </a:lnTo>
                    <a:lnTo>
                      <a:pt x="3513336" y="203200"/>
                    </a:lnTo>
                    <a:lnTo>
                      <a:pt x="3310136" y="0"/>
                    </a:lnTo>
                    <a:close/>
                  </a:path>
                </a:pathLst>
              </a:custGeom>
              <a:solidFill>
                <a:srgbClr val="5B4F47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339903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8240950" y="9714"/>
              <a:ext cx="987789" cy="987789"/>
              <a:chOff x="0" y="0"/>
              <a:chExt cx="406400" cy="406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D9479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198717" y="113040"/>
              <a:ext cx="7578354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10K monthly salary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84601" y="1595866"/>
            <a:ext cx="6544867" cy="7252734"/>
          </a:xfrm>
          <a:custGeom>
            <a:avLst/>
            <a:gdLst/>
            <a:ahLst/>
            <a:cxnLst/>
            <a:rect r="r" b="b" t="t" l="l"/>
            <a:pathLst>
              <a:path h="7252734" w="6544867">
                <a:moveTo>
                  <a:pt x="0" y="0"/>
                </a:moveTo>
                <a:lnTo>
                  <a:pt x="6544867" y="0"/>
                </a:lnTo>
                <a:lnTo>
                  <a:pt x="6544867" y="7252734"/>
                </a:lnTo>
                <a:lnTo>
                  <a:pt x="0" y="7252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6741011" y="1658890"/>
            <a:ext cx="6808405" cy="7380335"/>
          </a:xfrm>
          <a:custGeom>
            <a:avLst/>
            <a:gdLst/>
            <a:ahLst/>
            <a:cxnLst/>
            <a:rect r="r" b="b" t="t" l="l"/>
            <a:pathLst>
              <a:path h="7380335" w="6808405">
                <a:moveTo>
                  <a:pt x="0" y="0"/>
                </a:moveTo>
                <a:lnTo>
                  <a:pt x="6808405" y="0"/>
                </a:lnTo>
                <a:lnTo>
                  <a:pt x="6808405" y="7380335"/>
                </a:lnTo>
                <a:lnTo>
                  <a:pt x="0" y="73803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21077" y="944480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1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0" t="0" r="-30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0366" y="2591889"/>
            <a:ext cx="5680988" cy="3510514"/>
            <a:chOff x="0" y="0"/>
            <a:chExt cx="986502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985058" y="-3517405"/>
            <a:ext cx="7159308" cy="4546105"/>
            <a:chOff x="0" y="0"/>
            <a:chExt cx="812800" cy="516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16122"/>
            </a:xfrm>
            <a:custGeom>
              <a:avLst/>
              <a:gdLst/>
              <a:ahLst/>
              <a:cxnLst/>
              <a:rect r="r" b="b" t="t" l="l"/>
              <a:pathLst>
                <a:path h="516122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58061"/>
                  </a:lnTo>
                  <a:lnTo>
                    <a:pt x="609600" y="516122"/>
                  </a:lnTo>
                  <a:lnTo>
                    <a:pt x="0" y="516122"/>
                  </a:lnTo>
                  <a:lnTo>
                    <a:pt x="203200" y="258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5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2985058" y="-2335261"/>
            <a:ext cx="3764661" cy="4670523"/>
            <a:chOff x="0" y="0"/>
            <a:chExt cx="406400" cy="504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504189"/>
            </a:xfrm>
            <a:custGeom>
              <a:avLst/>
              <a:gdLst/>
              <a:ahLst/>
              <a:cxnLst/>
              <a:rect r="r" b="b" t="t" l="l"/>
              <a:pathLst>
                <a:path h="504189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52094"/>
                  </a:lnTo>
                  <a:lnTo>
                    <a:pt x="203200" y="504189"/>
                  </a:lnTo>
                  <a:lnTo>
                    <a:pt x="0" y="504189"/>
                  </a:lnTo>
                  <a:lnTo>
                    <a:pt x="203200" y="252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524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20655" y="1297222"/>
            <a:ext cx="4935624" cy="3049923"/>
            <a:chOff x="0" y="0"/>
            <a:chExt cx="986502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64712" y="1297222"/>
            <a:ext cx="4935624" cy="3049923"/>
            <a:chOff x="0" y="0"/>
            <a:chExt cx="986502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6713254" y="3435941"/>
            <a:ext cx="15804172" cy="2036826"/>
            <a:chOff x="0" y="0"/>
            <a:chExt cx="325188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51887" cy="419100"/>
            </a:xfrm>
            <a:custGeom>
              <a:avLst/>
              <a:gdLst/>
              <a:ahLst/>
              <a:cxnLst/>
              <a:rect r="r" b="b" t="t" l="l"/>
              <a:pathLst>
                <a:path h="419100" w="3251887">
                  <a:moveTo>
                    <a:pt x="9568" y="0"/>
                  </a:moveTo>
                  <a:lnTo>
                    <a:pt x="3242320" y="0"/>
                  </a:lnTo>
                  <a:cubicBezTo>
                    <a:pt x="3244857" y="0"/>
                    <a:pt x="3247291" y="1008"/>
                    <a:pt x="3249085" y="2802"/>
                  </a:cubicBezTo>
                  <a:cubicBezTo>
                    <a:pt x="3250879" y="4597"/>
                    <a:pt x="3251887" y="7030"/>
                    <a:pt x="3251887" y="9568"/>
                  </a:cubicBezTo>
                  <a:lnTo>
                    <a:pt x="3251887" y="409532"/>
                  </a:lnTo>
                  <a:cubicBezTo>
                    <a:pt x="3251887" y="412070"/>
                    <a:pt x="3250879" y="414503"/>
                    <a:pt x="3249085" y="416298"/>
                  </a:cubicBezTo>
                  <a:cubicBezTo>
                    <a:pt x="3247291" y="418092"/>
                    <a:pt x="3244857" y="419100"/>
                    <a:pt x="3242320" y="419100"/>
                  </a:cubicBezTo>
                  <a:lnTo>
                    <a:pt x="9568" y="419100"/>
                  </a:lnTo>
                  <a:cubicBezTo>
                    <a:pt x="7030" y="419100"/>
                    <a:pt x="4597" y="418092"/>
                    <a:pt x="2802" y="416298"/>
                  </a:cubicBezTo>
                  <a:cubicBezTo>
                    <a:pt x="1008" y="414503"/>
                    <a:pt x="0" y="412070"/>
                    <a:pt x="0" y="409532"/>
                  </a:cubicBezTo>
                  <a:lnTo>
                    <a:pt x="0" y="9568"/>
                  </a:lnTo>
                  <a:cubicBezTo>
                    <a:pt x="0" y="7030"/>
                    <a:pt x="1008" y="4597"/>
                    <a:pt x="2802" y="2802"/>
                  </a:cubicBezTo>
                  <a:cubicBezTo>
                    <a:pt x="4597" y="1008"/>
                    <a:pt x="7030" y="0"/>
                    <a:pt x="9568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25188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523647" y="3815756"/>
            <a:ext cx="8508877" cy="8488888"/>
          </a:xfrm>
          <a:custGeom>
            <a:avLst/>
            <a:gdLst/>
            <a:ahLst/>
            <a:cxnLst/>
            <a:rect r="r" b="b" t="t" l="l"/>
            <a:pathLst>
              <a:path h="8488888" w="8508877">
                <a:moveTo>
                  <a:pt x="0" y="0"/>
                </a:moveTo>
                <a:lnTo>
                  <a:pt x="8508877" y="0"/>
                </a:lnTo>
                <a:lnTo>
                  <a:pt x="8508877" y="8488888"/>
                </a:lnTo>
                <a:lnTo>
                  <a:pt x="0" y="8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639769" y="9987097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0" y="9258300"/>
            <a:ext cx="6921554" cy="748128"/>
            <a:chOff x="0" y="0"/>
            <a:chExt cx="9228739" cy="997503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8539459" cy="987789"/>
              <a:chOff x="0" y="0"/>
              <a:chExt cx="3513336" cy="406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51333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513336">
                    <a:moveTo>
                      <a:pt x="331013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310136" y="406400"/>
                    </a:lnTo>
                    <a:lnTo>
                      <a:pt x="3513336" y="203200"/>
                    </a:lnTo>
                    <a:lnTo>
                      <a:pt x="3310136" y="0"/>
                    </a:lnTo>
                    <a:close/>
                  </a:path>
                </a:pathLst>
              </a:custGeom>
              <a:solidFill>
                <a:srgbClr val="5B4F47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39903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8240950" y="9714"/>
              <a:ext cx="987789" cy="987789"/>
              <a:chOff x="0" y="0"/>
              <a:chExt cx="406400" cy="406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D9479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98717" y="113040"/>
              <a:ext cx="7578354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10K monthly salary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339354" y="1627205"/>
            <a:ext cx="6582200" cy="7730772"/>
          </a:xfrm>
          <a:custGeom>
            <a:avLst/>
            <a:gdLst/>
            <a:ahLst/>
            <a:cxnLst/>
            <a:rect r="r" b="b" t="t" l="l"/>
            <a:pathLst>
              <a:path h="7730772" w="6582200">
                <a:moveTo>
                  <a:pt x="0" y="0"/>
                </a:moveTo>
                <a:lnTo>
                  <a:pt x="6582200" y="0"/>
                </a:lnTo>
                <a:lnTo>
                  <a:pt x="6582200" y="7730772"/>
                </a:lnTo>
                <a:lnTo>
                  <a:pt x="0" y="7730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234453" y="1650437"/>
            <a:ext cx="6970179" cy="7832469"/>
          </a:xfrm>
          <a:custGeom>
            <a:avLst/>
            <a:gdLst/>
            <a:ahLst/>
            <a:cxnLst/>
            <a:rect r="r" b="b" t="t" l="l"/>
            <a:pathLst>
              <a:path h="7832469" w="6970179">
                <a:moveTo>
                  <a:pt x="0" y="0"/>
                </a:moveTo>
                <a:lnTo>
                  <a:pt x="6970179" y="0"/>
                </a:lnTo>
                <a:lnTo>
                  <a:pt x="6970179" y="7832470"/>
                </a:lnTo>
                <a:lnTo>
                  <a:pt x="0" y="78324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21077" y="944480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1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809530" y="447767"/>
            <a:ext cx="4222252" cy="4222252"/>
            <a:chOff x="0" y="0"/>
            <a:chExt cx="5629669" cy="5629669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5629669" cy="5629669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252811" y="252811"/>
              <a:ext cx="5124046" cy="5124046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0" t="0" r="0" b="0"/>
                </a:stretch>
              </a:blipFill>
              <a:ln w="152400" cap="sq">
                <a:solidFill>
                  <a:srgbClr val="745E4D"/>
                </a:solidFill>
                <a:prstDash val="solid"/>
                <a:miter/>
              </a:ln>
            </p:spPr>
          </p:sp>
        </p:grp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0" t="0" r="-30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0366" y="2591889"/>
            <a:ext cx="5680988" cy="3510514"/>
            <a:chOff x="0" y="0"/>
            <a:chExt cx="986502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502" cy="609600"/>
            </a:xfrm>
            <a:custGeom>
              <a:avLst/>
              <a:gdLst/>
              <a:ahLst/>
              <a:cxnLst/>
              <a:rect r="r" b="b" t="t" l="l"/>
              <a:pathLst>
                <a:path h="609600" w="986502">
                  <a:moveTo>
                    <a:pt x="493251" y="609600"/>
                  </a:moveTo>
                  <a:lnTo>
                    <a:pt x="0" y="0"/>
                  </a:lnTo>
                  <a:lnTo>
                    <a:pt x="986502" y="0"/>
                  </a:lnTo>
                  <a:lnTo>
                    <a:pt x="493251" y="60960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985058" y="-3517405"/>
            <a:ext cx="7159308" cy="4546105"/>
            <a:chOff x="0" y="0"/>
            <a:chExt cx="812800" cy="516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16122"/>
            </a:xfrm>
            <a:custGeom>
              <a:avLst/>
              <a:gdLst/>
              <a:ahLst/>
              <a:cxnLst/>
              <a:rect r="r" b="b" t="t" l="l"/>
              <a:pathLst>
                <a:path h="516122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58061"/>
                  </a:lnTo>
                  <a:lnTo>
                    <a:pt x="609600" y="516122"/>
                  </a:lnTo>
                  <a:lnTo>
                    <a:pt x="0" y="516122"/>
                  </a:lnTo>
                  <a:lnTo>
                    <a:pt x="203200" y="258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558800" cy="5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2985058" y="-2335261"/>
            <a:ext cx="3764661" cy="4670523"/>
            <a:chOff x="0" y="0"/>
            <a:chExt cx="406400" cy="504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504189"/>
            </a:xfrm>
            <a:custGeom>
              <a:avLst/>
              <a:gdLst/>
              <a:ahLst/>
              <a:cxnLst/>
              <a:rect r="r" b="b" t="t" l="l"/>
              <a:pathLst>
                <a:path h="504189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52094"/>
                  </a:lnTo>
                  <a:lnTo>
                    <a:pt x="203200" y="504189"/>
                  </a:lnTo>
                  <a:lnTo>
                    <a:pt x="0" y="504189"/>
                  </a:lnTo>
                  <a:lnTo>
                    <a:pt x="203200" y="252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4F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524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20655" y="1297222"/>
            <a:ext cx="4935624" cy="3049923"/>
            <a:chOff x="0" y="0"/>
            <a:chExt cx="986502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64712" y="1297222"/>
            <a:ext cx="4935624" cy="3049923"/>
            <a:chOff x="0" y="0"/>
            <a:chExt cx="986502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638" y="0"/>
              <a:ext cx="975227" cy="604454"/>
            </a:xfrm>
            <a:custGeom>
              <a:avLst/>
              <a:gdLst/>
              <a:ahLst/>
              <a:cxnLst/>
              <a:rect r="r" b="b" t="t" l="l"/>
              <a:pathLst>
                <a:path h="604454" w="975227">
                  <a:moveTo>
                    <a:pt x="480830" y="601217"/>
                  </a:moveTo>
                  <a:lnTo>
                    <a:pt x="1145" y="8383"/>
                  </a:lnTo>
                  <a:cubicBezTo>
                    <a:pt x="-102" y="6841"/>
                    <a:pt x="-353" y="4720"/>
                    <a:pt x="501" y="2930"/>
                  </a:cubicBezTo>
                  <a:cubicBezTo>
                    <a:pt x="1356" y="1140"/>
                    <a:pt x="3163" y="0"/>
                    <a:pt x="5146" y="0"/>
                  </a:cubicBezTo>
                  <a:lnTo>
                    <a:pt x="970080" y="0"/>
                  </a:lnTo>
                  <a:cubicBezTo>
                    <a:pt x="972064" y="0"/>
                    <a:pt x="973871" y="1140"/>
                    <a:pt x="974725" y="2930"/>
                  </a:cubicBezTo>
                  <a:cubicBezTo>
                    <a:pt x="975579" y="4720"/>
                    <a:pt x="975329" y="6842"/>
                    <a:pt x="974081" y="8383"/>
                  </a:cubicBezTo>
                  <a:lnTo>
                    <a:pt x="494396" y="601217"/>
                  </a:lnTo>
                  <a:cubicBezTo>
                    <a:pt x="492740" y="603264"/>
                    <a:pt x="490247" y="604454"/>
                    <a:pt x="487613" y="604454"/>
                  </a:cubicBezTo>
                  <a:cubicBezTo>
                    <a:pt x="484979" y="604454"/>
                    <a:pt x="482487" y="603264"/>
                    <a:pt x="480830" y="601217"/>
                  </a:cubicBez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4919" y="-38100"/>
              <a:ext cx="376664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3066285">
            <a:off x="6713254" y="3435941"/>
            <a:ext cx="15804172" cy="2036826"/>
            <a:chOff x="0" y="0"/>
            <a:chExt cx="325188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51887" cy="419100"/>
            </a:xfrm>
            <a:custGeom>
              <a:avLst/>
              <a:gdLst/>
              <a:ahLst/>
              <a:cxnLst/>
              <a:rect r="r" b="b" t="t" l="l"/>
              <a:pathLst>
                <a:path h="419100" w="3251887">
                  <a:moveTo>
                    <a:pt x="9568" y="0"/>
                  </a:moveTo>
                  <a:lnTo>
                    <a:pt x="3242320" y="0"/>
                  </a:lnTo>
                  <a:cubicBezTo>
                    <a:pt x="3244857" y="0"/>
                    <a:pt x="3247291" y="1008"/>
                    <a:pt x="3249085" y="2802"/>
                  </a:cubicBezTo>
                  <a:cubicBezTo>
                    <a:pt x="3250879" y="4597"/>
                    <a:pt x="3251887" y="7030"/>
                    <a:pt x="3251887" y="9568"/>
                  </a:cubicBezTo>
                  <a:lnTo>
                    <a:pt x="3251887" y="409532"/>
                  </a:lnTo>
                  <a:cubicBezTo>
                    <a:pt x="3251887" y="412070"/>
                    <a:pt x="3250879" y="414503"/>
                    <a:pt x="3249085" y="416298"/>
                  </a:cubicBezTo>
                  <a:cubicBezTo>
                    <a:pt x="3247291" y="418092"/>
                    <a:pt x="3244857" y="419100"/>
                    <a:pt x="3242320" y="419100"/>
                  </a:cubicBezTo>
                  <a:lnTo>
                    <a:pt x="9568" y="419100"/>
                  </a:lnTo>
                  <a:cubicBezTo>
                    <a:pt x="7030" y="419100"/>
                    <a:pt x="4597" y="418092"/>
                    <a:pt x="2802" y="416298"/>
                  </a:cubicBezTo>
                  <a:cubicBezTo>
                    <a:pt x="1008" y="414503"/>
                    <a:pt x="0" y="412070"/>
                    <a:pt x="0" y="409532"/>
                  </a:cubicBezTo>
                  <a:lnTo>
                    <a:pt x="0" y="9568"/>
                  </a:lnTo>
                  <a:cubicBezTo>
                    <a:pt x="0" y="7030"/>
                    <a:pt x="1008" y="4597"/>
                    <a:pt x="2802" y="2802"/>
                  </a:cubicBezTo>
                  <a:cubicBezTo>
                    <a:pt x="4597" y="1008"/>
                    <a:pt x="7030" y="0"/>
                    <a:pt x="9568" y="0"/>
                  </a:cubicBez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25188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523647" y="3815756"/>
            <a:ext cx="8508877" cy="8488888"/>
          </a:xfrm>
          <a:custGeom>
            <a:avLst/>
            <a:gdLst/>
            <a:ahLst/>
            <a:cxnLst/>
            <a:rect r="r" b="b" t="t" l="l"/>
            <a:pathLst>
              <a:path h="8488888" w="8508877">
                <a:moveTo>
                  <a:pt x="0" y="0"/>
                </a:moveTo>
                <a:lnTo>
                  <a:pt x="8508877" y="0"/>
                </a:lnTo>
                <a:lnTo>
                  <a:pt x="8508877" y="8488888"/>
                </a:lnTo>
                <a:lnTo>
                  <a:pt x="0" y="8488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-2445108" y="447767"/>
            <a:ext cx="7894729" cy="914326"/>
            <a:chOff x="0" y="0"/>
            <a:chExt cx="3509051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09051" cy="406400"/>
            </a:xfrm>
            <a:custGeom>
              <a:avLst/>
              <a:gdLst/>
              <a:ahLst/>
              <a:cxnLst/>
              <a:rect r="r" b="b" t="t" l="l"/>
              <a:pathLst>
                <a:path h="406400" w="3509051">
                  <a:moveTo>
                    <a:pt x="330585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305851" y="406400"/>
                  </a:lnTo>
                  <a:lnTo>
                    <a:pt x="3509051" y="203200"/>
                  </a:lnTo>
                  <a:lnTo>
                    <a:pt x="3305851" y="0"/>
                  </a:lnTo>
                  <a:close/>
                </a:path>
              </a:pathLst>
            </a:custGeom>
            <a:solidFill>
              <a:srgbClr val="DDC1A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947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04706" y="449787"/>
            <a:ext cx="910287" cy="910287"/>
            <a:chOff x="0" y="0"/>
            <a:chExt cx="4064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947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-1720777" y="3815756"/>
            <a:ext cx="2454202" cy="2454202"/>
          </a:xfrm>
          <a:custGeom>
            <a:avLst/>
            <a:gdLst/>
            <a:ahLst/>
            <a:cxnLst/>
            <a:rect r="r" b="b" t="t" l="l"/>
            <a:pathLst>
              <a:path h="2454202" w="2454202">
                <a:moveTo>
                  <a:pt x="0" y="0"/>
                </a:moveTo>
                <a:lnTo>
                  <a:pt x="2454202" y="0"/>
                </a:lnTo>
                <a:lnTo>
                  <a:pt x="2454202" y="2454201"/>
                </a:lnTo>
                <a:lnTo>
                  <a:pt x="0" y="2454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639769" y="9987097"/>
            <a:ext cx="631632" cy="157908"/>
          </a:xfrm>
          <a:custGeom>
            <a:avLst/>
            <a:gdLst/>
            <a:ahLst/>
            <a:cxnLst/>
            <a:rect r="r" b="b" t="t" l="l"/>
            <a:pathLst>
              <a:path h="157908" w="631632">
                <a:moveTo>
                  <a:pt x="0" y="0"/>
                </a:moveTo>
                <a:lnTo>
                  <a:pt x="631632" y="0"/>
                </a:lnTo>
                <a:lnTo>
                  <a:pt x="631632" y="157908"/>
                </a:lnTo>
                <a:lnTo>
                  <a:pt x="0" y="157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7526" y="159981"/>
            <a:ext cx="1367546" cy="1367546"/>
          </a:xfrm>
          <a:custGeom>
            <a:avLst/>
            <a:gdLst/>
            <a:ahLst/>
            <a:cxnLst/>
            <a:rect r="r" b="b" t="t" l="l"/>
            <a:pathLst>
              <a:path h="1367546" w="1367546">
                <a:moveTo>
                  <a:pt x="0" y="0"/>
                </a:moveTo>
                <a:lnTo>
                  <a:pt x="1367546" y="0"/>
                </a:lnTo>
                <a:lnTo>
                  <a:pt x="1367546" y="1367547"/>
                </a:lnTo>
                <a:lnTo>
                  <a:pt x="0" y="1367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0" y="9258300"/>
            <a:ext cx="7503790" cy="748094"/>
            <a:chOff x="0" y="0"/>
            <a:chExt cx="10005053" cy="997459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9228739" cy="987789"/>
              <a:chOff x="0" y="0"/>
              <a:chExt cx="3796923" cy="406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79692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796923">
                    <a:moveTo>
                      <a:pt x="359372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593723" y="406400"/>
                    </a:lnTo>
                    <a:lnTo>
                      <a:pt x="3796923" y="203200"/>
                    </a:lnTo>
                    <a:lnTo>
                      <a:pt x="3593723" y="0"/>
                    </a:lnTo>
                    <a:close/>
                  </a:path>
                </a:pathLst>
              </a:custGeom>
              <a:solidFill>
                <a:srgbClr val="5B4F47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682623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9017264" y="9670"/>
              <a:ext cx="987789" cy="987789"/>
              <a:chOff x="0" y="0"/>
              <a:chExt cx="406400" cy="406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D9479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98717" y="113040"/>
              <a:ext cx="8818547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 AM FORMAL SOFTWARE ENGINEER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809530" y="447767"/>
            <a:ext cx="4222252" cy="4222252"/>
            <a:chOff x="0" y="0"/>
            <a:chExt cx="5629669" cy="5629669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5629669" cy="5629669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252811" y="252811"/>
              <a:ext cx="5124046" cy="5124046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  <a:ln w="152400" cap="sq">
                <a:solidFill>
                  <a:srgbClr val="745E4D"/>
                </a:solidFill>
                <a:prstDash val="solid"/>
                <a:miter/>
              </a:ln>
            </p:spPr>
          </p:sp>
        </p:grpSp>
      </p:grpSp>
      <p:sp>
        <p:nvSpPr>
          <p:cNvPr name="Freeform 45" id="45"/>
          <p:cNvSpPr/>
          <p:nvPr/>
        </p:nvSpPr>
        <p:spPr>
          <a:xfrm flipH="false" flipV="false" rot="0">
            <a:off x="1535072" y="1403051"/>
            <a:ext cx="12008817" cy="7814291"/>
          </a:xfrm>
          <a:custGeom>
            <a:avLst/>
            <a:gdLst/>
            <a:ahLst/>
            <a:cxnLst/>
            <a:rect r="r" b="b" t="t" l="l"/>
            <a:pathLst>
              <a:path h="7814291" w="12008817">
                <a:moveTo>
                  <a:pt x="0" y="0"/>
                </a:moveTo>
                <a:lnTo>
                  <a:pt x="12008818" y="0"/>
                </a:lnTo>
                <a:lnTo>
                  <a:pt x="12008818" y="7814291"/>
                </a:lnTo>
                <a:lnTo>
                  <a:pt x="0" y="78142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800225" y="659064"/>
            <a:ext cx="2869016" cy="42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6"/>
              </a:lnSpc>
              <a:spcBef>
                <a:spcPct val="0"/>
              </a:spcBef>
            </a:pPr>
            <a:r>
              <a:rPr lang="en-US" b="true" sz="2390" strike="noStrike" u="none">
                <a:solidFill>
                  <a:srgbClr val="4338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UTAR SL Yoga Club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521077" y="9444807"/>
            <a:ext cx="28690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DAHPM-y8S9Q</dc:identifier>
  <dcterms:modified xsi:type="dcterms:W3CDTF">2011-08-01T06:04:30Z</dcterms:modified>
  <cp:revision>1</cp:revision>
  <dc:title>EXCO 2nd 2026</dc:title>
</cp:coreProperties>
</file>