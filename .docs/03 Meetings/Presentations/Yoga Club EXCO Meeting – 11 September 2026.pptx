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cf0d85f4aa48bc" /><Relationship Type="http://schemas.openxmlformats.org/officeDocument/2006/relationships/extended-properties" Target="/docProps/app.xml" Id="R98f35b20367b467e" /><Relationship Type="http://schemas.openxmlformats.org/officeDocument/2006/relationships/officeDocument" Target="/ppt/presentation.xml" Id="Rd39e3134b708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b4ae3dbb04d19"/>
  </p:sldMasterIdLst>
  <p:notesMasterIdLst>
    <p:notesMasterId xmlns:r="http://schemas.openxmlformats.org/officeDocument/2006/relationships" r:id="R711dc9673513445b"/>
  </p:notesMasterIdLst>
  <p:sldIdLst>
    <p:sldId xmlns:r="http://schemas.openxmlformats.org/officeDocument/2006/relationships" id="256" r:id="Rdbd74b2b55674398"/>
    <p:sldId xmlns:r="http://schemas.openxmlformats.org/officeDocument/2006/relationships" id="257" r:id="R5e2c942201324768"/>
    <p:sldId xmlns:r="http://schemas.openxmlformats.org/officeDocument/2006/relationships" id="258" r:id="Rf41950a016f84a4b"/>
    <p:sldId xmlns:r="http://schemas.openxmlformats.org/officeDocument/2006/relationships" id="259" r:id="Rb6b623ecc2434776"/>
    <p:sldId xmlns:r="http://schemas.openxmlformats.org/officeDocument/2006/relationships" id="260" r:id="Rb384d35b54864e82"/>
    <p:sldId xmlns:r="http://schemas.openxmlformats.org/officeDocument/2006/relationships" id="261" r:id="Re5270e462b804e12"/>
    <p:sldId xmlns:r="http://schemas.openxmlformats.org/officeDocument/2006/relationships" id="262" r:id="R95b0e9b80e8d4017"/>
    <p:sldId xmlns:r="http://schemas.openxmlformats.org/officeDocument/2006/relationships" id="263" r:id="Rcaf5b919541748f6"/>
    <p:sldId xmlns:r="http://schemas.openxmlformats.org/officeDocument/2006/relationships" id="264" r:id="Re8b77fd24ed14b68"/>
    <p:sldId xmlns:r="http://schemas.openxmlformats.org/officeDocument/2006/relationships" id="265" r:id="Rcf287a0bdbfe4257"/>
    <p:sldId xmlns:r="http://schemas.openxmlformats.org/officeDocument/2006/relationships" id="266" r:id="R6f36d41fd8424f54"/>
    <p:sldId xmlns:r="http://schemas.openxmlformats.org/officeDocument/2006/relationships" id="267" r:id="Rf2eba77a42284a26"/>
    <p:sldId xmlns:r="http://schemas.openxmlformats.org/officeDocument/2006/relationships" id="268" r:id="R10996ca27f8d4aff"/>
    <p:sldId xmlns:r="http://schemas.openxmlformats.org/officeDocument/2006/relationships" id="269" r:id="R86da422c1b1c4c57"/>
    <p:sldId xmlns:r="http://schemas.openxmlformats.org/officeDocument/2006/relationships" id="270" r:id="R1a2483c71aa148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444eef371b490d" /><Relationship Type="http://schemas.openxmlformats.org/officeDocument/2006/relationships/slideMaster" Target="/ppt/slideMasters/slideMaster1.xml" Id="Rb23b4ae3dbb04d19" /><Relationship Type="http://schemas.openxmlformats.org/officeDocument/2006/relationships/notesMaster" Target="/ppt/notesMasters/notesMaster1.xml" Id="R711dc9673513445b" /><Relationship Type="http://schemas.openxmlformats.org/officeDocument/2006/relationships/presProps" Target="/ppt/presProps.xml" Id="Rb4bd6ae258f049cc" /><Relationship Type="http://schemas.openxmlformats.org/officeDocument/2006/relationships/tableStyles" Target="/ppt/tableStyles.xml" Id="R4dd3675da0ae44ca" /><Relationship Type="http://schemas.openxmlformats.org/officeDocument/2006/relationships/slide" Target="/ppt/slides/slide1.xml" Id="Rdbd74b2b55674398" /><Relationship Type="http://schemas.openxmlformats.org/officeDocument/2006/relationships/slide" Target="/ppt/slides/slide2.xml" Id="R5e2c942201324768" /><Relationship Type="http://schemas.openxmlformats.org/officeDocument/2006/relationships/slide" Target="/ppt/slides/slide3.xml" Id="Rf41950a016f84a4b" /><Relationship Type="http://schemas.openxmlformats.org/officeDocument/2006/relationships/slide" Target="/ppt/slides/slide4.xml" Id="Rb6b623ecc2434776" /><Relationship Type="http://schemas.openxmlformats.org/officeDocument/2006/relationships/slide" Target="/ppt/slides/slide5.xml" Id="Rb384d35b54864e82" /><Relationship Type="http://schemas.openxmlformats.org/officeDocument/2006/relationships/slide" Target="/ppt/slides/slide6.xml" Id="Re5270e462b804e12" /><Relationship Type="http://schemas.openxmlformats.org/officeDocument/2006/relationships/slide" Target="/ppt/slides/slide7.xml" Id="R95b0e9b80e8d4017" /><Relationship Type="http://schemas.openxmlformats.org/officeDocument/2006/relationships/slide" Target="/ppt/slides/slide8.xml" Id="Rcaf5b919541748f6" /><Relationship Type="http://schemas.openxmlformats.org/officeDocument/2006/relationships/slide" Target="/ppt/slides/slide9.xml" Id="Re8b77fd24ed14b68" /><Relationship Type="http://schemas.openxmlformats.org/officeDocument/2006/relationships/slide" Target="/ppt/slides/slide10.xml" Id="Rcf287a0bdbfe4257" /><Relationship Type="http://schemas.openxmlformats.org/officeDocument/2006/relationships/slide" Target="/ppt/slides/slide11.xml" Id="R6f36d41fd8424f54" /><Relationship Type="http://schemas.openxmlformats.org/officeDocument/2006/relationships/slide" Target="/ppt/slides/slide12.xml" Id="Rf2eba77a42284a26" /><Relationship Type="http://schemas.openxmlformats.org/officeDocument/2006/relationships/slide" Target="/ppt/slides/slide13.xml" Id="R10996ca27f8d4aff" /><Relationship Type="http://schemas.openxmlformats.org/officeDocument/2006/relationships/slide" Target="/ppt/slides/slide14.xml" Id="R86da422c1b1c4c57" /><Relationship Type="http://schemas.openxmlformats.org/officeDocument/2006/relationships/slide" Target="/ppt/slides/slide15.xml" Id="R1a2483c71aa1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b0c8080d64b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7be7ea4704b97" /><Relationship Type="http://schemas.openxmlformats.org/officeDocument/2006/relationships/notesMaster" Target="/ppt/notesMasters/notesMaster1.xml" Id="R6d1eb84a890e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a2bb99b9ab4892" /><Relationship Type="http://schemas.openxmlformats.org/officeDocument/2006/relationships/notesMaster" Target="/ppt/notesMasters/notesMaster1.xml" Id="R2d37ec9b9c8346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d123431db4643" /><Relationship Type="http://schemas.openxmlformats.org/officeDocument/2006/relationships/notesMaster" Target="/ppt/notesMasters/notesMaster1.xml" Id="R9a5411d9bfe849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44bb3bed34fe8" /><Relationship Type="http://schemas.openxmlformats.org/officeDocument/2006/relationships/notesMaster" Target="/ppt/notesMasters/notesMaster1.xml" Id="Rf8b0aa1f60844c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ad7f17f814d87" /><Relationship Type="http://schemas.openxmlformats.org/officeDocument/2006/relationships/notesMaster" Target="/ppt/notesMasters/notesMaster1.xml" Id="Rc04148ac46c043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dd8c544ee4762" /><Relationship Type="http://schemas.openxmlformats.org/officeDocument/2006/relationships/notesMaster" Target="/ppt/notesMasters/notesMaster1.xml" Id="R14a80e295286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04f00008834d7f" /><Relationship Type="http://schemas.openxmlformats.org/officeDocument/2006/relationships/notesMaster" Target="/ppt/notesMasters/notesMaster1.xml" Id="R8b8cf5d6b7ea44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1c9571efe4101" /><Relationship Type="http://schemas.openxmlformats.org/officeDocument/2006/relationships/notesMaster" Target="/ppt/notesMasters/notesMaster1.xml" Id="R3481c76eade445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b09a3beeb46b8" /><Relationship Type="http://schemas.openxmlformats.org/officeDocument/2006/relationships/notesMaster" Target="/ppt/notesMasters/notesMaster1.xml" Id="R13fd084e344742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596e3158ef4433" /><Relationship Type="http://schemas.openxmlformats.org/officeDocument/2006/relationships/notesMaster" Target="/ppt/notesMasters/notesMaster1.xml" Id="R05bfafbf8d734d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cde22724134691" /><Relationship Type="http://schemas.openxmlformats.org/officeDocument/2006/relationships/notesMaster" Target="/ppt/notesMasters/notesMaster1.xml" Id="R79ddf3541fb249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8490246c3f4fb4" /><Relationship Type="http://schemas.openxmlformats.org/officeDocument/2006/relationships/notesMaster" Target="/ppt/notesMasters/notesMaster1.xml" Id="R50208ce46e8046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d75f3b5a324bab" /><Relationship Type="http://schemas.openxmlformats.org/officeDocument/2006/relationships/notesMaster" Target="/ppt/notesMasters/notesMaster1.xml" Id="R694a8f9a337549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bd111953e849df" /><Relationship Type="http://schemas.openxmlformats.org/officeDocument/2006/relationships/notesMaster" Target="/ppt/notesMasters/notesMaster1.xml" Id="R0b6a2cb2fbdf4f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4829ecf2db459d" /><Relationship Type="http://schemas.openxmlformats.org/officeDocument/2006/relationships/notesMaster" Target="/ppt/notesMasters/notesMaster1.xml" Id="R4d9585a62ca042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meeting header.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overview of Items 1–12.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3; obvious source typo ‘Office Barriers’ normalised to ‘Office Bearers’.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4.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5.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6.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7.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8.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9.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Items 2.3 and 10.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 12.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Items 3.9–3.12 and 11.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Yoga Club EXCO Meeting Agenda – 11 September 2026.md, meeting close and action-recording requirement derived from Items 3, 4, 6 and 11. Visual language and embedded imagery reference: 1nd EXCO proposal meeting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f7fc8498048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590cb925ef4660" /><Relationship Type="http://schemas.openxmlformats.org/officeDocument/2006/relationships/slideLayout" Target="/ppt/slideLayouts/slideLayout1.xml" Id="R1321631bc0bd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1631bc0bd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4c6e0e3934a67" /><Relationship Type="http://schemas.openxmlformats.org/officeDocument/2006/relationships/image" Target="/ppt/media/image.jpeg" Id="R46c7f043615b455f" /><Relationship Type="http://schemas.openxmlformats.org/officeDocument/2006/relationships/image" Target="/ppt/media/image.png" Id="Rc745fa8f9b68476e" /><Relationship Type="http://schemas.openxmlformats.org/officeDocument/2006/relationships/image" Target="/ppt/media/image2.png" Id="R332cf1c901c141fa" /><Relationship Type="http://schemas.openxmlformats.org/officeDocument/2006/relationships/notesSlide" Target="/ppt/notesSlides/notesSlide1.xml" Id="Rdbcf6fcce183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460c82b484d9c" /><Relationship Type="http://schemas.openxmlformats.org/officeDocument/2006/relationships/image" Target="/ppt/media/image2.jpeg" Id="R1c8602d5fc804b01" /><Relationship Type="http://schemas.openxmlformats.org/officeDocument/2006/relationships/image" Target="/ppt/media/image3.png" Id="R9e920adc0c9247f6" /><Relationship Type="http://schemas.openxmlformats.org/officeDocument/2006/relationships/image" Target="/ppt/media/image4.png" Id="Rdf2f6871440948f4" /><Relationship Type="http://schemas.openxmlformats.org/officeDocument/2006/relationships/notesSlide" Target="/ppt/notesSlides/notesSlide2.xml" Id="R8f7b887de67742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170b5af048f7" /><Relationship Type="http://schemas.openxmlformats.org/officeDocument/2006/relationships/image" Target="/ppt/media/image3.jpeg" Id="R268e365d0f1d4c79" /><Relationship Type="http://schemas.openxmlformats.org/officeDocument/2006/relationships/image" Target="/ppt/media/image5.png" Id="R140717ad23b54240" /><Relationship Type="http://schemas.openxmlformats.org/officeDocument/2006/relationships/image" Target="/ppt/media/image6.png" Id="Re0013b0911914265" /><Relationship Type="http://schemas.openxmlformats.org/officeDocument/2006/relationships/image" Target="/ppt/media/image7.png" Id="Rab9974e4f4104a37" /><Relationship Type="http://schemas.openxmlformats.org/officeDocument/2006/relationships/notesSlide" Target="/ppt/notesSlides/notesSlide3.xml" Id="R11fb0c69d737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80701e0c4497" /><Relationship Type="http://schemas.openxmlformats.org/officeDocument/2006/relationships/image" Target="/ppt/media/image4.jpeg" Id="Ra5c68c375c9f4ae2" /><Relationship Type="http://schemas.openxmlformats.org/officeDocument/2006/relationships/image" Target="/ppt/media/image8.png" Id="R9b4ea75e49e0475c" /><Relationship Type="http://schemas.openxmlformats.org/officeDocument/2006/relationships/image" Target="/ppt/media/image9.png" Id="R3a2274ddfe074013" /><Relationship Type="http://schemas.openxmlformats.org/officeDocument/2006/relationships/image" Target="/ppt/media/image10.png" Id="Raece9063dbab4f88" /><Relationship Type="http://schemas.openxmlformats.org/officeDocument/2006/relationships/notesSlide" Target="/ppt/notesSlides/notesSlide4.xml" Id="R20d4b4d30e574a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fa7995d92464e" /><Relationship Type="http://schemas.openxmlformats.org/officeDocument/2006/relationships/image" Target="/ppt/media/image5.jpeg" Id="Rc6603eb428004a63" /><Relationship Type="http://schemas.openxmlformats.org/officeDocument/2006/relationships/image" Target="/ppt/media/image11.png" Id="R83e76f81c5f9425a" /><Relationship Type="http://schemas.openxmlformats.org/officeDocument/2006/relationships/image" Target="/ppt/media/image12.png" Id="R4fad5ac4c5d149e5" /><Relationship Type="http://schemas.openxmlformats.org/officeDocument/2006/relationships/image" Target="/ppt/media/image13.png" Id="Rba1b351d190d44e8" /><Relationship Type="http://schemas.openxmlformats.org/officeDocument/2006/relationships/notesSlide" Target="/ppt/notesSlides/notesSlide5.xml" Id="R5d4f370779ba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77d6ab2bd4999" /><Relationship Type="http://schemas.openxmlformats.org/officeDocument/2006/relationships/image" Target="/ppt/media/image6.jpeg" Id="R519135c9dcbe490a" /><Relationship Type="http://schemas.openxmlformats.org/officeDocument/2006/relationships/image" Target="/ppt/media/image14.png" Id="Rc56194dfec364632" /><Relationship Type="http://schemas.openxmlformats.org/officeDocument/2006/relationships/image" Target="/ppt/media/image15.png" Id="R5eecbdaf7e174008" /><Relationship Type="http://schemas.openxmlformats.org/officeDocument/2006/relationships/image" Target="/ppt/media/image16.png" Id="R10a4d9b2103d4028" /><Relationship Type="http://schemas.openxmlformats.org/officeDocument/2006/relationships/notesSlide" Target="/ppt/notesSlides/notesSlide6.xml" Id="R8d22add0be714c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3d3e3bd814248" /><Relationship Type="http://schemas.openxmlformats.org/officeDocument/2006/relationships/image" Target="/ppt/media/image7.jpeg" Id="R154d2fbc912a4a40" /><Relationship Type="http://schemas.openxmlformats.org/officeDocument/2006/relationships/image" Target="/ppt/media/image17.png" Id="R432cea048c834b9e" /><Relationship Type="http://schemas.openxmlformats.org/officeDocument/2006/relationships/image" Target="/ppt/media/image18.png" Id="Re68b7af4a09d480a" /><Relationship Type="http://schemas.openxmlformats.org/officeDocument/2006/relationships/image" Target="/ppt/media/image19.png" Id="R3835d1adfb194e78" /><Relationship Type="http://schemas.openxmlformats.org/officeDocument/2006/relationships/notesSlide" Target="/ppt/notesSlides/notesSlide7.xml" Id="R542926ec4a6643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23010bdc54509" /><Relationship Type="http://schemas.openxmlformats.org/officeDocument/2006/relationships/image" Target="/ppt/media/image8.jpeg" Id="R0c36e0522b32481c" /><Relationship Type="http://schemas.openxmlformats.org/officeDocument/2006/relationships/image" Target="/ppt/media/image20.png" Id="Re56bde7097f44194" /><Relationship Type="http://schemas.openxmlformats.org/officeDocument/2006/relationships/image" Target="/ppt/media/image21.png" Id="Rc7f83036377c4bc7" /><Relationship Type="http://schemas.openxmlformats.org/officeDocument/2006/relationships/image" Target="/ppt/media/image9.jpeg" Id="R4a9ed038246f42bb" /><Relationship Type="http://schemas.openxmlformats.org/officeDocument/2006/relationships/notesSlide" Target="/ppt/notesSlides/notesSlide8.xml" Id="R6018efc90426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690444f2743cb" /><Relationship Type="http://schemas.openxmlformats.org/officeDocument/2006/relationships/image" Target="/ppt/media/image10.jpeg" Id="Re84288876b2e4a85" /><Relationship Type="http://schemas.openxmlformats.org/officeDocument/2006/relationships/image" Target="/ppt/media/image22.png" Id="Rde47b3cfb6694314" /><Relationship Type="http://schemas.openxmlformats.org/officeDocument/2006/relationships/image" Target="/ppt/media/image23.png" Id="R20eb950b18744387" /><Relationship Type="http://schemas.openxmlformats.org/officeDocument/2006/relationships/image" Target="/ppt/media/image24.png" Id="R7c0bddff8b87489e" /><Relationship Type="http://schemas.openxmlformats.org/officeDocument/2006/relationships/notesSlide" Target="/ppt/notesSlides/notesSlide9.xml" Id="R8b0f21d303bc4e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b3497870e4246" /><Relationship Type="http://schemas.openxmlformats.org/officeDocument/2006/relationships/image" Target="/ppt/media/image11.jpeg" Id="R068874ed050340c6" /><Relationship Type="http://schemas.openxmlformats.org/officeDocument/2006/relationships/image" Target="/ppt/media/image25.png" Id="R6a5df89cc7db4608" /><Relationship Type="http://schemas.openxmlformats.org/officeDocument/2006/relationships/image" Target="/ppt/media/image26.png" Id="R6ae5057306524821" /><Relationship Type="http://schemas.openxmlformats.org/officeDocument/2006/relationships/image" Target="/ppt/media/image12.jpeg" Id="R73c42ffa34374e5c" /><Relationship Type="http://schemas.openxmlformats.org/officeDocument/2006/relationships/notesSlide" Target="/ppt/notesSlides/notesSlide10.xml" Id="Ra3355aedfbdc42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2df26014b4848" /><Relationship Type="http://schemas.openxmlformats.org/officeDocument/2006/relationships/image" Target="/ppt/media/image13.jpeg" Id="R71a862503f2643d1" /><Relationship Type="http://schemas.openxmlformats.org/officeDocument/2006/relationships/image" Target="/ppt/media/image27.png" Id="R2b8e1418de8b44b6" /><Relationship Type="http://schemas.openxmlformats.org/officeDocument/2006/relationships/image" Target="/ppt/media/image28.png" Id="R1d5e332cd4db46ad" /><Relationship Type="http://schemas.openxmlformats.org/officeDocument/2006/relationships/image" Target="/ppt/media/image29.png" Id="Rd30bbcc0842c4bd5" /><Relationship Type="http://schemas.openxmlformats.org/officeDocument/2006/relationships/notesSlide" Target="/ppt/notesSlides/notesSlide11.xml" Id="Rb5b07f5fc1d347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573ada4474414" /><Relationship Type="http://schemas.openxmlformats.org/officeDocument/2006/relationships/image" Target="/ppt/media/image14.jpeg" Id="Ra0703bb1939845b2" /><Relationship Type="http://schemas.openxmlformats.org/officeDocument/2006/relationships/image" Target="/ppt/media/image30.png" Id="R423234ff970e4f53" /><Relationship Type="http://schemas.openxmlformats.org/officeDocument/2006/relationships/image" Target="/ppt/media/image31.png" Id="R035411d699254423" /><Relationship Type="http://schemas.openxmlformats.org/officeDocument/2006/relationships/notesSlide" Target="/ppt/notesSlides/notesSlide12.xml" Id="R29752239e2c54e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f25b22514a54" /><Relationship Type="http://schemas.openxmlformats.org/officeDocument/2006/relationships/image" Target="/ppt/media/image15.jpeg" Id="R9454834fb685459a" /><Relationship Type="http://schemas.openxmlformats.org/officeDocument/2006/relationships/image" Target="/ppt/media/image32.png" Id="R85a8270a7e4646cf" /><Relationship Type="http://schemas.openxmlformats.org/officeDocument/2006/relationships/image" Target="/ppt/media/image33.png" Id="R164e9320905e4c88" /><Relationship Type="http://schemas.openxmlformats.org/officeDocument/2006/relationships/image" Target="/ppt/media/image34.png" Id="R79857f474bf54af5" /><Relationship Type="http://schemas.openxmlformats.org/officeDocument/2006/relationships/notesSlide" Target="/ppt/notesSlides/notesSlide13.xml" Id="R9cb7ff5c42874c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46e8e0b974e95" /><Relationship Type="http://schemas.openxmlformats.org/officeDocument/2006/relationships/image" Target="/ppt/media/image16.jpeg" Id="Re67477b0c2064078" /><Relationship Type="http://schemas.openxmlformats.org/officeDocument/2006/relationships/image" Target="/ppt/media/image35.png" Id="Re59970c5a4044e2f" /><Relationship Type="http://schemas.openxmlformats.org/officeDocument/2006/relationships/image" Target="/ppt/media/image36.png" Id="Rc2e5063e55d3483b" /><Relationship Type="http://schemas.openxmlformats.org/officeDocument/2006/relationships/notesSlide" Target="/ppt/notesSlides/notesSlide14.xml" Id="R96f4768c12e345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1d3c1d5e34349" /><Relationship Type="http://schemas.openxmlformats.org/officeDocument/2006/relationships/image" Target="/ppt/media/image37.png" Id="Rb05b5e4cbaae4102" /><Relationship Type="http://schemas.openxmlformats.org/officeDocument/2006/relationships/image" Target="/ppt/media/image38.png" Id="R5270fb779ad84177" /><Relationship Type="http://schemas.openxmlformats.org/officeDocument/2006/relationships/notesSlide" Target="/ppt/notesSlides/notesSlide15.xml" Id="R6231a18542b74a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7f043615b455f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5fa8f9b68476e"/>
          <a:stretch xmlns:a="http://schemas.openxmlformats.org/drawingml/2006/main"/>
        </p:blipFill>
        <p:spPr>
          <a:xfrm xmlns:a="http://schemas.openxmlformats.org/drawingml/2006/main">
            <a:off x="13144500" y="0"/>
            <a:ext cx="51435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30E4EA7-26E5-4D5F-8266-19DE5383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FB6CF284-D9C4-4D8B-8C7B-FFE8985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0"/>
            <a:ext cx="6381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E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cf1c901c141fa"/>
          <a:stretch xmlns:a="http://schemas.openxmlformats.org/drawingml/2006/main"/>
        </p:blipFill>
        <p:spPr>
          <a:xfrm xmlns:a="http://schemas.openxmlformats.org/drawingml/2006/main">
            <a:off x="13239750" y="19526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19BD5-E942-4F1B-B608-58D0CF5C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20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YOGA CLUB SOCIETY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5BEF63-1E69-49EE-B91A-9F0C3826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EXCO MEETING</a:t>
            </a:r>
          </a:p>
          <a:p xmlns:a="http://schemas.openxmlformats.org/drawingml/2006/main">
            <a:pPr>
              <a:def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55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AGENDA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26E87BF3-F34A-451F-BFAB-9D71567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1666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5CE94-D8A1-4DBA-8075-4E6BAF3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Friday, 11 September 2026</a:t>
            </a:r>
          </a:p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7:00 p.m., Google Meet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7CC16-DF01-4439-9312-B5BC267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SUNGAI LONG CAMPUS</a:t>
            </a:r>
          </a:p>
        </p:txBody>
      </p:sp>
    </p:spTree>
    <p:extLst>
      <p:ext uri="{BB962C8B-B14F-4D97-AF65-F5344CB8AC3E}">
        <p14:creationId xmlns:p14="http://schemas.microsoft.com/office/powerpoint/2010/main" val="1866270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602d5fc804b01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20adc0c9247f6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f6871440948f4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C6299BFA-FF3E-4177-B7EA-54FA0E8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89D30F97-7713-4046-A025-B710295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25B21BC-DBC0-4952-882A-6D8577AE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73F7D-CF50-40EC-8D98-DADDD96F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Decisions required at this meeting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7503F5-BB66-456C-A732-05AA2136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4D9D781-1A7C-48AC-96AC-2A12744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45A8C4BA-4A47-4D8E-86CE-6ED4A1E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83D04-DC33-4344-A209-B686B95F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PROGRAMME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BA21B-33B6-4B6D-9253-3BAFFD97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Confirm compulsory activities and select the proposed trials for the next semester.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E3818-1859-4478-BF0D-4C77B3B3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OCTOBER 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50081-50DA-4D4B-BA30-90EA2932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3857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Approve the promotion offer, Members’ Night link and Vice Treasurer recruitment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D973A-23AC-469D-BE33-33FB788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99ECB-7AD2-48C4-BA1A-4591929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Agree proposal, reporting, finance, attendance and publicity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935FE-C626-4538-971A-1BF3E57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4B32B-F38D-4369-B265-454863C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293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Confirm certification rules, signatories and committee recruitment priorities.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B1587-ECBB-4E20-A243-728C3A52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43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RESOURCES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D6915-17E4-470C-A4A4-1E60920C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Shortlist merchandise and determine which activities require budget approval.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23BB5-9508-4F89-9A2C-909AD3EF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858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Meeting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AFBCAD-A142-41DC-A164-23C68CD2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343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45E4D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745E4D"/>
                </a:solidFill>
                <a:latin typeface="Poppins"/>
                <a:ea typeface="Poppins"/>
                <a:cs typeface="Poppins"/>
              </a:rPr>
              <a:t>Record every decision with an owner and due date before the meeting closes.</a:t>
            </a:r>
          </a:p>
        </p:txBody>
      </p:sp>
    </p:spTree>
    <p:extLst>
      <p:ext uri="{BB962C8B-B14F-4D97-AF65-F5344CB8AC3E}">
        <p14:creationId xmlns:p14="http://schemas.microsoft.com/office/powerpoint/2010/main" val="1750453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e365d0f1d4c79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17ad23b54240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13b0911914265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616BD9CD-C127-4ACE-957F-1BD4197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E1D980C5-C849-4160-800F-53B85801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EF32C3C-56A9-4584-AACC-AE179394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583F66-404A-4BBE-99B7-4813F5C7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Next semester activity plan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57ACD5-4D8B-40C8-B974-796DF84C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496E0FE-1F2B-4DBB-BFB9-5C05786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B54D5C2C-5EFE-4A8D-9166-CF9575A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99F42-8C08-4FFC-9676-C124BEF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COMPULSORY PROGRAMME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8ED17-6891-4008-92CA-DFE5B88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657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Recruitment Drive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 yoga classes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Free yoga classes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96BBF-9F0F-43CA-9F57-6388CF7D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43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OPTIONS FOR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D89CF-B524-4B59-B50A-C5683336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876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 as a reward for regular participants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One or two meditation sessions, free or paid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Natural Yoga pilot next semester or from February 2027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974e4f4104a37"/>
          <a:srcRect xmlns:a="http://schemas.openxmlformats.org/drawingml/2006/main" l="17491" t="0" r="174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2667000"/>
            <a:ext cx="5905500" cy="4762500"/>
          </a:xfrm>
          <a:prstGeom xmlns:a="http://schemas.openxmlformats.org/drawingml/2006/main" prst="ellipse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04F9D-19FF-4CF8-8263-9F87CB31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7858125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41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6–8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9625A-37A0-41EE-83A3-2AB9D2EA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8486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additional practical sessions during a long semester, scheduled around common free hours and certification needs</a:t>
            </a:r>
          </a:p>
        </p:txBody>
      </p:sp>
    </p:spTree>
    <p:extLst>
      <p:ext uri="{BB962C8B-B14F-4D97-AF65-F5344CB8AC3E}">
        <p14:creationId xmlns:p14="http://schemas.microsoft.com/office/powerpoint/2010/main" val="773993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68c375c9f4ae2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ea75e49e0475c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274ddfe074013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65C52E45-F279-46BD-8AC3-92BB554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6E8F1A66-7C93-4572-A1BC-399E8BCB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0CAA0EB-6FBB-4F5C-B675-3B0083F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F0290C-594F-4371-B86C-A4845CF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October Recruitment Drive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409E65F7-2D4E-42BD-B147-3BFA61B1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E779846-771F-457F-A244-0EBA45B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FEA04A4C-269E-4CA4-B6A4-29EE378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e9063dbab4f88"/>
          <a:srcRect xmlns:a="http://schemas.openxmlformats.org/drawingml/2006/main" l="14481" t="0" r="144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0" y="2524125"/>
            <a:ext cx="6191250" cy="5810250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05A6-0FB1-4E6B-A788-EC2D6BCD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PROMOTION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4E267-4874-4668-9CB3-0C57097B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47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Club merchandise and lucky draw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Weekly-class certification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 after the October free class, if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C308F-48BF-44F2-B8BB-069348F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OFFERS AND RECRUITMENT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22C34-EB63-4F83-877B-C73EBBB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19875"/>
            <a:ext cx="8858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a free first class for first-time participants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fee waivers for members who bring new participants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 the vacant Vice Treasurer during the drive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Collect participant and member feedback after the activity</a:t>
            </a:r>
          </a:p>
        </p:txBody>
      </p:sp>
    </p:spTree>
    <p:extLst>
      <p:ext uri="{BB962C8B-B14F-4D97-AF65-F5344CB8AC3E}">
        <p14:creationId xmlns:p14="http://schemas.microsoft.com/office/powerpoint/2010/main" val="1934202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03eb428004a63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76f81c5f9425a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d5ac4c5d149e5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8D0934F7-393E-4027-B867-5AF6E72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AF4B596E-404F-4118-A635-CDD68B6D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B38CE9D-B9FF-4816-A7C5-79EE5934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04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8296D-C0EB-4CB1-B855-1762BB8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Secretarial deliverables and records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F9BAAC-384C-473D-B5CB-92F7522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3E18E7B-2B74-4A2B-9DB1-75CE18F9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353A9F21-B50C-4D09-ADCF-821B492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2B845-8E2C-425C-879D-965A90D6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BEFORE EACH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68317-E94E-4B55-824C-443DC96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81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Prepare one proposal for every activity where required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Cover objectives, schedule, venue, budget, publicity, registration and approvals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Submit before the activity and within the required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1AB4E-3976-4194-9305-D3E8AE3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BY WEEK 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53313-B575-483C-8175-FFF2BE9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Complete reports for weekly classes, the Recruitment Drive, both EXCO meetings and the free yoga class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9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9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Include Office Bearers and any other reportable activities or matters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b351d190d44e8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571750"/>
            <a:ext cx="61912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A7D80-7534-42D3-B18C-65ADC48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15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CONTROL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86921-8A90-43B6-A33B-3EE99418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191375"/>
            <a:ext cx="590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Maintain a completed and outstanding checklist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Record student coach service hours and attendance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Review whether the club website can support traceability</a:t>
            </a:r>
          </a:p>
        </p:txBody>
      </p:sp>
    </p:spTree>
    <p:extLst>
      <p:ext uri="{BB962C8B-B14F-4D97-AF65-F5344CB8AC3E}">
        <p14:creationId xmlns:p14="http://schemas.microsoft.com/office/powerpoint/2010/main" val="681420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135c9dcbe490a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194dfec364632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cbdaf7e174008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75DDB58F-2432-4FFD-83CE-BDEB6AD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2DF91832-AD36-4DB8-8ECE-A978F97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2A27EB7-23EF-4EBA-95AF-3805D86F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05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ED71A6-69D6-45C3-A733-0535230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Treasury policy and documentation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CBDC1C8B-4029-4D49-A212-223DF19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1D5391A-D855-4B1F-B68F-EDC78DA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DEC57FC5-9931-4E91-BCC0-AD9D9CD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4d9b2103d4028"/>
          <a:stretch xmlns:a="http://schemas.openxmlformats.org/drawingml/2006/main"/>
        </p:blipFill>
        <p:spPr>
          <a:xfrm xmlns:a="http://schemas.openxmlformats.org/drawingml/2006/main">
            <a:off x="11049000" y="3247564"/>
            <a:ext cx="5334000" cy="4363372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B4327-433F-4F88-8AD7-B9108E5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8763000" cy="59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Establish a treasury policy and supporting documentation for every event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Maintain complete financial records for events and weekly classes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Pass confirmed financial arrangements to the Secretary and Publicity team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Publicity prepares pricing announcements after verification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The Secretary records the arrangements in proposals and reports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 tracking and unified receipt upload functions already exist on the proposed website and are not urgent</a:t>
            </a:r>
          </a:p>
        </p:txBody>
      </p:sp>
    </p:spTree>
    <p:extLst>
      <p:ext uri="{BB962C8B-B14F-4D97-AF65-F5344CB8AC3E}">
        <p14:creationId xmlns:p14="http://schemas.microsoft.com/office/powerpoint/2010/main" val="1767257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d2fbc912a4a40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cea048c834b9e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b7af4a09d480a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3B22520F-1658-4495-A9C3-F36FED85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AACB35DD-CA2D-44E1-9B1B-95CEA7A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DF8104B-5513-4842-A916-CF2D958B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06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44C57-2894-411D-AD7D-1E1BE62F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Student Instructor Programme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4A59A570-AC62-4D0C-AA05-2E19B35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1854049-6934-4171-92FC-BD89491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816C8062-7321-4BCD-8E76-BA3D7052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5d1adfb194e78"/>
          <a:srcRect xmlns:a="http://schemas.openxmlformats.org/drawingml/2006/main" l="7152" t="0" r="7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2667000"/>
            <a:ext cx="6858000" cy="43815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6370C-B9AC-4F0F-8923-886636C4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5D687-5F94-4693-98B5-7BFCFF31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781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More than two semester-based Certificates of Completion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Or one yearly Certificate of Completion if the yearly system is adopted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Semester certificates apply only to long semesters of about 14 weeks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1E862-8D86-4A7D-871D-5B88E44F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88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BENEFIT UNDER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32CC5-B59C-494C-AAC0-EFDF076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3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 waiver for student instructors who maintain more than 80% class 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FA995-AF6C-4AA6-A20D-EE48A0B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429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PROPOSED SIGNATORIES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E0089-A533-4DD1-9BB6-3F6EC40F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953375"/>
            <a:ext cx="676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Instructor Ms Chew, Club Auditor, Club Chairperson, and Ms Belinda, Ms Heng or Core Advisor</a:t>
            </a:r>
          </a:p>
        </p:txBody>
      </p:sp>
    </p:spTree>
    <p:extLst>
      <p:ext uri="{BB962C8B-B14F-4D97-AF65-F5344CB8AC3E}">
        <p14:creationId xmlns:p14="http://schemas.microsoft.com/office/powerpoint/2010/main" val="486140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6e0522b32481c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bde7097f44194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83036377c4bc7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85F3270A-CF42-4366-BA89-773451D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2CCEAB35-E09C-4524-9740-A6D82D2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CD37C80-CDCA-4B2F-A35D-874BB51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07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5792AD-3E97-4A65-909D-FCC419B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Publicity guidelines and controls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EDF6881D-B10D-44F9-8060-A7FB1501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721FDA9-7813-4D4B-9477-168DA81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6FDEEFC2-EB93-4660-86A2-66A5F78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d038246f42bb"/>
          <a:srcRect xmlns:a="http://schemas.openxmlformats.org/drawingml/2006/main" l="12691" t="0" r="126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714625"/>
            <a:ext cx="6286500" cy="561975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D2F96-62FE-4E89-AFBC-4A42A3E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PUBLICATION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D3D5F-FFDE-4198-8E2E-539D1D5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096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Recruitment Drive and free yoga classes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Weekly classes and certification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Members’ Night, lucky draw and merchandise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Meditation and other approved programmes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58694-F0E8-48D7-8BD6-15A1F5C1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RELEASE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865EC-E389-41D6-90DF-E90770C5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00875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Verify dates, venues, fees, payment instructions and participation requirements with the Secretary and Treasurer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Update materials when confirmed arrangements change</a:t>
            </a:r>
          </a:p>
          <a:p xmlns:a="http://schemas.openxmlformats.org/drawingml/2006/main">
            <a:pPr marL="254000" indent="-127000">
              <a:spcAft>
                <a:spcPts val="700"/>
              </a:spcAft>
              <a:buChar char="•"/>
              <a:defRPr sz="18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18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Archive posters, captions, announcements and registration links</a:t>
            </a:r>
          </a:p>
        </p:txBody>
      </p:sp>
    </p:spTree>
    <p:extLst>
      <p:ext uri="{BB962C8B-B14F-4D97-AF65-F5344CB8AC3E}">
        <p14:creationId xmlns:p14="http://schemas.microsoft.com/office/powerpoint/2010/main" val="2073200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288876b2e4a85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7b3cfb6694314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b950b18744387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31387735-92F7-4710-9B43-D6FAF14E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94D1CB9E-F187-4A49-912C-1D98B037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069DD28-96FC-47A7-B297-DFE7EB3D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08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65380B-A0EE-4593-8513-76433BC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Weekly class certification policy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26EF67-366D-4137-99A3-83E955E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D7C3F9E-9FB8-493C-AA4A-6A7B0976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12946F74-9390-4A6A-9EC4-F8978DAE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9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bddff8b87489e"/>
          <a:srcRect xmlns:a="http://schemas.openxmlformats.org/drawingml/2006/main" l="6170" t="0" r="6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25250" y="2619375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1FCB1-68FC-40DF-9F08-77390347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585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19F3F-9080-49A7-A12F-8874801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proposed attendance threshold for a semester-based Certificate of Completion (结业证书)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B72F1-2843-40FB-BC39-548A3731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SEMESTER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324DD-DB83-43AE-ABE7-DB123A9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8858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Approximately 14 hours or 14 class days during a long semester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Short-semester attendance may accumulate towards the long-semester requirement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6F953-ED7C-4854-9725-D9233ED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91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ALTERNATIVE YEARLY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80CC8-8025-4BD5-AB0C-50C9FAA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25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Approximately 35 hours, 35 days or 35 yoga practice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9A26B-8214-46DC-B8AF-2AFB0E01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0961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STILL TO CONFIRM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9A14B-CF0A-4B4A-AA42-7462E8D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2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02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Authorised signatories and permitted Yoga Club, DSA and UTAR logos</a:t>
            </a:r>
          </a:p>
        </p:txBody>
      </p:sp>
    </p:spTree>
    <p:extLst>
      <p:ext uri="{BB962C8B-B14F-4D97-AF65-F5344CB8AC3E}">
        <p14:creationId xmlns:p14="http://schemas.microsoft.com/office/powerpoint/2010/main" val="906450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874ed050340c6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df89cc7db4608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5057306524821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8438FC4A-58AE-4DA5-B742-70EDE51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5A9A936C-03A1-4B7A-8486-A7247F9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5C68684-2790-46D6-98AE-6476BC7C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09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CA4421-3138-40D0-9C74-49D368B7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Higher committee recruitment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13DC8A-B80B-4C22-8F15-139FB01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AC2FC4C-B1B2-4BD2-BFEF-BB99FA6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95ACFA76-95F6-4743-9153-6E81C2E6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42ffa34374e5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2571750"/>
            <a:ext cx="6191250" cy="6191250"/>
          </a:xfrm>
          <a:prstGeom xmlns:a="http://schemas.openxmlformats.org/drawingml/2006/main" prst="ellipse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CBF5F-F37B-41C8-A548-73FB6E2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PRIORITY VACANCIES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35C7A-F796-4B70-8743-3F74755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VICE CHAIRPERSON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2C28-CF02-4580-A403-C11B93DA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Identify a suitable current committee member with a strong student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A494F-1622-4A71-99AE-D820EE0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0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PUBLICITY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BBD68-883F-4803-A55A-4A8F8AE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86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Recruit one additional member to support the coming programme.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96830-DC26-4EA7-98F7-3146A6E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RECRUITMENT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E6BA2-20B8-4036-9D69-FCE0B35B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867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45E4D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745E4D"/>
                </a:solidFill>
                <a:latin typeface="Poppins"/>
                <a:ea typeface="Poppins"/>
                <a:cs typeface="Poppins"/>
              </a:rPr>
              <a:t>Committee referrals and suitable EA appointments for experience-based instructor, committee and event-support roles</a:t>
            </a:r>
          </a:p>
        </p:txBody>
      </p:sp>
    </p:spTree>
    <p:extLst>
      <p:ext uri="{BB962C8B-B14F-4D97-AF65-F5344CB8AC3E}">
        <p14:creationId xmlns:p14="http://schemas.microsoft.com/office/powerpoint/2010/main" val="21232449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862503f2643d1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e1418de8b44b6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e332cd4db46ad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AF976732-F9CE-4A26-A0E7-D9069B9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72EAA061-334E-4ED4-94E5-62224769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882EE2D-1EE3-4F49-ACEC-BB3D73D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10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ED168-847D-4321-A198-8AD074D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New Yoga Club merchandise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3C8346-2C56-41B7-96FE-C87BDCB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13A7565-0B51-4E65-AD68-31553721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A1E17B96-6B3A-49DC-89DF-347ED41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bbcc0842c4bd5"/>
          <a:srcRect xmlns:a="http://schemas.openxmlformats.org/drawingml/2006/main" l="14227" t="0" r="142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15750" y="2381250"/>
            <a:ext cx="5619750" cy="590550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790FA-F50C-4853-BE52-516DC7D2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HIGHER-END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8B187-099B-4422-9079-6EFB707B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Logo cape or cloak, yoga mat, yoga bricks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A2024-1DB2-4EDD-8E3C-CC1A0633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MIDDLE-RANGE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CECD8-0D99-410B-87AC-C07FAB4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Yoga brick, T-shirt, hat, stretching strap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3D61A-D389-493A-B740-CF8961A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LOWER-COST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5F195-B297-4031-ABAE-742A4D05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0"/>
            <a:ext cx="933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Keychain, lanyard, rubber wristband, other suitable small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913A6-E319-46D1-8A48-F6CC357B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438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62610-8A4C-4B49-AC09-840C4B6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077200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4F47"/>
                </a:solidFill>
                <a:latin typeface="Poppins"/>
                <a:ea typeface="Poppins"/>
                <a:cs typeface="Poppins"/>
              </a:defRPr>
            </a:pPr>
            <a:r>
              <a:rPr sz="1800">
                <a:solidFill>
                  <a:srgbClr val="5B4F47"/>
                </a:solidFill>
                <a:latin typeface="Poppins"/>
                <a:ea typeface="Poppins"/>
                <a:cs typeface="Poppins"/>
              </a:rPr>
              <a:t>Every committee member selects at least three preferred items. Publicity designs the shortlist, the Secretary updates the proposal and the Treasurer confirms supplier pricing and pre-funding.</a:t>
            </a:r>
          </a:p>
        </p:txBody>
      </p:sp>
    </p:spTree>
    <p:extLst>
      <p:ext uri="{BB962C8B-B14F-4D97-AF65-F5344CB8AC3E}">
        <p14:creationId xmlns:p14="http://schemas.microsoft.com/office/powerpoint/2010/main" val="1977011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03bb1939845b2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234ff970e4f53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411d699254423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460F65CE-71A5-4FD4-9144-0BB6ABB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57595F8F-6A4A-4FCF-B3C6-9B1B6BE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E85B8D4-5B7D-4591-90AB-C1439282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CFDFC-77EC-4666-ABB2-5D0FEE4B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Members’ Night and lucky draw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FB70A27D-1D33-4E80-9875-87AD0A98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9868015-4D7E-48A3-9607-2F9EC659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9D8B508B-4022-40A3-9775-110BA97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6BE54-AC72-4F76-9374-7CE482D1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7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59670-4FC4-41F4-9BBA-002EEF14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828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2775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Recognise regular June-class participants and welcome new club members.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B5E7F-717B-494A-B980-0DCAE9CE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POSSIBLE MEMBER BENEFITS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F1C8D-E4C0-47E5-968A-1BADF81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Free food or health-oriented gifts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Selected club merchandise in the lucky draw pool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Feedback survey and promotion of upcoming yoga classes</a:t>
            </a:r>
          </a:p>
        </p:txBody>
      </p:sp>
      <p:sp>
        <p:nvSpPr>
          <p:cNvPr id="15" name="budget-field">
            <a:extLst xmlns:a="http://schemas.openxmlformats.org/drawingml/2006/main">
              <a:ext uri="{FF2B5EF4-FFF2-40B4-BE49-F238E27FC236}">
                <a16:creationId xmlns:a16="http://schemas.microsoft.com/office/drawing/2014/main" id="{9B64D565-AD8A-481C-91C8-75F6004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52387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9B6E9-A39C-4E94-B02F-FE7ABAA6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8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BUDGET CONDITION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B6F97-9C37-4A11-80A4-29EDABB5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29125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27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Club funding for the lucky draw requires budget review and approval before commitment.</a:t>
            </a:r>
          </a:p>
        </p:txBody>
      </p:sp>
    </p:spTree>
    <p:extLst>
      <p:ext uri="{BB962C8B-B14F-4D97-AF65-F5344CB8AC3E}">
        <p14:creationId xmlns:p14="http://schemas.microsoft.com/office/powerpoint/2010/main" val="1175689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4834fb685459a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8270a7e4646cf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e9320905e4c88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9196D0DA-2A9C-40EF-8F16-19DA0560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5C8E4B69-B7B5-4109-BCB5-553A829F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04506B0-82A1-4345-9AE7-E14D3698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ACD916-1B10-4FA0-8540-5FCF3F9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Meditation and practice-class pilot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640138A1-381F-42B3-BD42-8877CC4F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D6440F3-C67E-43D7-867C-732CDADA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8BC89A0F-EF7D-4C2A-B41B-942A06D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57f474bf54af5"/>
          <a:srcRect xmlns:a="http://schemas.openxmlformats.org/drawingml/2006/main" l="14075" t="0" r="140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0" y="2524125"/>
            <a:ext cx="6667500" cy="6191250"/>
          </a:xfrm>
          <a:prstGeom xmlns:a="http://schemas.openxmlformats.org/drawingml/2006/main" prst="roundRect">
            <a:avLst>
              <a:gd name="adj" fmla="val 246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DDCB-9044-4505-9291-40628A3C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PILOT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03E16-D78B-423D-8EB8-4CFCF8EE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Meditation, additional yoga practice, or both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One selected day or a weekly format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Potentially delivered fully by student instructors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Location and participation fee remain to be 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36ECB-224D-402D-AE1F-F70964C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745E4D"/>
                </a:solidFill>
                <a:latin typeface="Poppins Bold"/>
                <a:ea typeface="Poppins Bold"/>
                <a:cs typeface="Poppins Bold"/>
              </a:rPr>
              <a:t>SERVICE CERTIFICATION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70C3D-1B15-4C5C-8ED4-7A1F4B03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81875"/>
            <a:ext cx="838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Yearly certificates may record the number of events, total service hours and the individual’s role in instruction, organisation or publicity.</a:t>
            </a:r>
          </a:p>
        </p:txBody>
      </p:sp>
    </p:spTree>
    <p:extLst>
      <p:ext uri="{BB962C8B-B14F-4D97-AF65-F5344CB8AC3E}">
        <p14:creationId xmlns:p14="http://schemas.microsoft.com/office/powerpoint/2010/main" val="733828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477b0c2064078"/>
          <a:srcRect xmlns:a="http://schemas.openxmlformats.org/drawingml/2006/main" l="14429" t="0" r="14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970c5a4044e2f"/>
          <a:stretch xmlns:a="http://schemas.openxmlformats.org/drawingml/2006/main"/>
        </p:blipFill>
        <p:spPr>
          <a:xfrm xmlns:a="http://schemas.openxmlformats.org/drawingml/2006/main">
            <a:off x="15240000" y="7239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5063e55d3483b"/>
          <a:stretch xmlns:a="http://schemas.openxmlformats.org/drawingml/2006/main"/>
        </p:blipFill>
        <p:spPr>
          <a:xfrm xmlns:a="http://schemas.openxmlformats.org/drawingml/2006/main">
            <a:off x="428625" y="2381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4" name="club-label-band">
            <a:extLst xmlns:a="http://schemas.openxmlformats.org/drawingml/2006/main">
              <a:ext uri="{FF2B5EF4-FFF2-40B4-BE49-F238E27FC236}">
                <a16:creationId xmlns:a16="http://schemas.microsoft.com/office/drawing/2014/main" id="{CD79FFED-BAA5-4AA5-8160-C107908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0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F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ub-label">
            <a:extLst xmlns:a="http://schemas.openxmlformats.org/drawingml/2006/main">
              <a:ext uri="{FF2B5EF4-FFF2-40B4-BE49-F238E27FC236}">
                <a16:creationId xmlns:a16="http://schemas.microsoft.com/office/drawing/2014/main" id="{689012C1-299B-4495-BE99-39C75E82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14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UTAR SL YOGA CLUB</a:t>
            </a:r>
          </a:p>
        </p:txBody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121FB64-7F79-45D4-9358-0A1B6276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381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500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13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458AFD-3109-461F-A8CC-C5798E8D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485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390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Open matters and governance checks</a:t>
            </a:r>
          </a:p>
        </p:txBody>
      </p:sp>
      <p:sp>
        <p:nvSpPr>
          <p:cNvPr id="8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0A4BD7-C398-47F9-9953-204E18A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94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8218A61-CBB0-4E09-B669-405C5FA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39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6B64"/>
                </a:solidFill>
                <a:latin typeface="Poppins"/>
                <a:ea typeface="Poppins"/>
                <a:cs typeface="Poppins"/>
              </a:defRPr>
            </a:pPr>
            <a:r>
              <a:rPr sz="1350">
                <a:solidFill>
                  <a:srgbClr val="766B64"/>
                </a:solidFill>
                <a:latin typeface="Poppins"/>
                <a:ea typeface="Poppins"/>
                <a:cs typeface="Poppins"/>
              </a:rPr>
              <a:t>EXCO MEETING, 11 SEPTEMBER 2026</a:t>
            </a:r>
          </a:p>
        </p:txBody>
      </p:sp>
      <p:sp>
        <p:nvSpPr>
          <p:cNvPr id="10" name="folio">
            <a:extLst xmlns:a="http://schemas.openxmlformats.org/drawingml/2006/main">
              <a:ext uri="{FF2B5EF4-FFF2-40B4-BE49-F238E27FC236}">
                <a16:creationId xmlns:a16="http://schemas.microsoft.com/office/drawing/2014/main" id="{10507AEE-C3D9-4258-A835-1E085E13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62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defRPr>
            </a:pPr>
            <a:r>
              <a:rPr sz="1350" b="1">
                <a:solidFill>
                  <a:srgbClr val="5B4F47"/>
                </a:solidFill>
                <a:latin typeface="Poppins Bold"/>
                <a:ea typeface="Poppins Bold"/>
                <a:cs typeface="Poppins Bold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24831-BAE2-4ECC-A04A-63710DE8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YOGA 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3C2FE-28A4-48C5-A1F7-812CCD6B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Consult Ms Belinda on information and approval requirements for a larger-scale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BD764-5E5F-497E-8EAC-1FE303A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ATTENDANCE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517C2-A7D8-4075-8886-BB273F83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Agree an improved recording method for weekly classes and other activities.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450E9-8406-431B-A64F-5FA85B1F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9D42F-AF70-4E94-8FB9-F7F3256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Determine which record, fee and receipt functions should move into the proposed club website.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B5351-B09B-4F2A-B03C-2AAAD068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67545-83C2-4992-90BC-A7E302F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532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Identify any additional activity, meeting or matter requiring a proposal or semester report.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AB7FA-A5EE-4FBE-A3C7-1F0261E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defRPr>
            </a:pPr>
            <a:r>
              <a:rPr sz="1725" b="1">
                <a:solidFill>
                  <a:srgbClr val="BD9479"/>
                </a:solidFill>
                <a:latin typeface="Poppins Bold"/>
                <a:ea typeface="Poppins Bold"/>
                <a:cs typeface="Poppins Bold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978CC-63D7-470F-9749-17D5487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7914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33831"/>
                </a:solidFill>
                <a:latin typeface="Poppins"/>
                <a:ea typeface="Poppins"/>
                <a:cs typeface="Poppins"/>
              </a:defRPr>
            </a:pPr>
            <a:r>
              <a:rPr sz="2100">
                <a:solidFill>
                  <a:srgbClr val="433831"/>
                </a:solidFill>
                <a:latin typeface="Poppins"/>
                <a:ea typeface="Poppins"/>
                <a:cs typeface="Poppins"/>
              </a:rPr>
              <a:t>Invite final suggestions and unresolved departmental concerns.</a:t>
            </a:r>
          </a:p>
        </p:txBody>
      </p:sp>
    </p:spTree>
    <p:extLst>
      <p:ext uri="{BB962C8B-B14F-4D97-AF65-F5344CB8AC3E}">
        <p14:creationId xmlns:p14="http://schemas.microsoft.com/office/powerpoint/2010/main" val="16388016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B4F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b5e4cbaae4102"/>
          <a:stretch xmlns:a="http://schemas.openxmlformats.org/drawingml/2006/main"/>
        </p:blipFill>
        <p:spPr>
          <a:xfrm xmlns:a="http://schemas.openxmlformats.org/drawingml/2006/main">
            <a:off x="12192000" y="0"/>
            <a:ext cx="6096000" cy="6096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0fb779ad84177"/>
          <a:stretch xmlns:a="http://schemas.openxmlformats.org/drawingml/2006/main"/>
        </p:blipFill>
        <p:spPr>
          <a:xfrm xmlns:a="http://schemas.openxmlformats.org/drawingml/2006/main">
            <a:off x="13239750" y="26670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BA613-C884-4DC8-92CE-C780E069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DC1A7"/>
                </a:solidFill>
                <a:latin typeface="Poppins Bold"/>
                <a:ea typeface="Poppins Bold"/>
                <a:cs typeface="Poppins Bold"/>
              </a:defRPr>
            </a:pPr>
            <a:r>
              <a:rPr sz="2175" b="1">
                <a:solidFill>
                  <a:srgbClr val="DDC1A7"/>
                </a:solidFill>
                <a:latin typeface="Poppins Bold"/>
                <a:ea typeface="Poppins Bold"/>
                <a:cs typeface="Poppins Bold"/>
              </a:rPr>
              <a:t>BEFORE WE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0E7BA-F966-4B34-92EC-B9E21E98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42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Confirm the decision,</a:t>
            </a:r>
          </a:p>
          <a:p xmlns:a="http://schemas.openxmlformats.org/drawingml/2006/main">
            <a:pPr>
              <a:def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defRPr>
            </a:pPr>
            <a:r>
              <a:rPr sz="5025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owner and due 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BDDF-BE10-46B5-AFD7-E998EB5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Secretary updates the proposal and report checklist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Departments verify their assigned actions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Any approval dependency is recorded explicitly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175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175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Meeting minutes capture the final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6C904-87A7-4239-9952-BBB87307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53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DC1A7"/>
                </a:solidFill>
                <a:latin typeface="Poppins"/>
                <a:ea typeface="Poppins"/>
                <a:cs typeface="Poppins"/>
              </a:defRPr>
            </a:pPr>
            <a:r>
              <a:rPr sz="1425">
                <a:solidFill>
                  <a:srgbClr val="DDC1A7"/>
                </a:solidFill>
                <a:latin typeface="Poppins"/>
                <a:ea typeface="Poppins"/>
                <a:cs typeface="Poppins"/>
              </a:rPr>
              <a:t>UTAR SL YOGA CLUB, SUNGAI LONG CAMPUS</a:t>
            </a:r>
          </a:p>
        </p:txBody>
      </p:sp>
    </p:spTree>
    <p:extLst>
      <p:ext uri="{BB962C8B-B14F-4D97-AF65-F5344CB8AC3E}">
        <p14:creationId xmlns:p14="http://schemas.microsoft.com/office/powerpoint/2010/main" val="1196366106"/>
      </p:ext>
    </p:extLst>
  </p:cSld>
</p:sld>
</file>

<file path=ppt/theme/theme1.xml><?xml version="1.0" encoding="utf-8"?>
<a:theme xmlns:a="http://schemas.openxmlformats.org/drawingml/2006/main" name="ChatGPT">
  <a:themeElements>
    <a:clrScheme name="UTAR Yoga Warm Neutral">
      <a:dk1>
        <a:srgbClr val="000000"/>
      </a:dk1>
      <a:lt1>
        <a:srgbClr val="FFFFFF"/>
      </a:lt1>
      <a:dk2>
        <a:srgbClr val="5B4F47"/>
      </a:dk2>
      <a:lt2>
        <a:srgbClr val="F4EBE4"/>
      </a:lt2>
      <a:accent1>
        <a:srgbClr val="5B4F47"/>
      </a:accent1>
      <a:accent2>
        <a:srgbClr val="BD9479"/>
      </a:accent2>
      <a:accent3>
        <a:srgbClr val="DDC1A7"/>
      </a:accent3>
      <a:accent4>
        <a:srgbClr val="D99D48"/>
      </a:accent4>
      <a:accent5>
        <a:srgbClr val="745E4D"/>
      </a:accent5>
      <a:accent6>
        <a:srgbClr val="F4EBE4"/>
      </a:accent6>
      <a:hlink>
        <a:srgbClr val="745E4D"/>
      </a:hlink>
      <a:folHlink>
        <a:srgbClr val="BD94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TAR Yoga Warm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2026-09-11T10:05:11.8960000Z</dcterms:created>
  <dcterms:modified xsi:type="dcterms:W3CDTF">2026-09-11T10:05:11.8960000Z</dcterms:modified>
</coreProperties>
</file>