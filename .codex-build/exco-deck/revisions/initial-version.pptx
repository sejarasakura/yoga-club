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1f40876bf41a9" /><Relationship Type="http://schemas.openxmlformats.org/officeDocument/2006/relationships/extended-properties" Target="/docProps/app.xml" Id="R1c9f70cf4cb04798" /><Relationship Type="http://schemas.openxmlformats.org/officeDocument/2006/relationships/officeDocument" Target="/ppt/presentation.xml" Id="R45fd34518866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48b5a289647a9"/>
  </p:sldMasterIdLst>
  <p:notesMasterIdLst>
    <p:notesMasterId xmlns:r="http://schemas.openxmlformats.org/officeDocument/2006/relationships" r:id="Rc36839b92acc4286"/>
  </p:notesMasterIdLst>
  <p:sldIdLst>
    <p:sldId xmlns:r="http://schemas.openxmlformats.org/officeDocument/2006/relationships" id="256" r:id="R7587f252a0e84f60"/>
    <p:sldId xmlns:r="http://schemas.openxmlformats.org/officeDocument/2006/relationships" id="257" r:id="R8f3e950067d344b8"/>
    <p:sldId xmlns:r="http://schemas.openxmlformats.org/officeDocument/2006/relationships" id="258" r:id="R9c72c5eb13f346cb"/>
    <p:sldId xmlns:r="http://schemas.openxmlformats.org/officeDocument/2006/relationships" id="259" r:id="R2d216fcb82c04579"/>
    <p:sldId xmlns:r="http://schemas.openxmlformats.org/officeDocument/2006/relationships" id="260" r:id="R31acb567b57b4c97"/>
    <p:sldId xmlns:r="http://schemas.openxmlformats.org/officeDocument/2006/relationships" id="261" r:id="R6d4f4ccc35be4c1b"/>
    <p:sldId xmlns:r="http://schemas.openxmlformats.org/officeDocument/2006/relationships" id="262" r:id="R52444a2bcb4a49ac"/>
    <p:sldId xmlns:r="http://schemas.openxmlformats.org/officeDocument/2006/relationships" id="263" r:id="R92013f46842c4759"/>
    <p:sldId xmlns:r="http://schemas.openxmlformats.org/officeDocument/2006/relationships" id="264" r:id="Radaec0b7552b43a2"/>
    <p:sldId xmlns:r="http://schemas.openxmlformats.org/officeDocument/2006/relationships" id="265" r:id="R13523d9594f343a7"/>
    <p:sldId xmlns:r="http://schemas.openxmlformats.org/officeDocument/2006/relationships" id="266" r:id="Rdbca7e6db4f941b2"/>
    <p:sldId xmlns:r="http://schemas.openxmlformats.org/officeDocument/2006/relationships" id="267" r:id="R9a140b65f16e4994"/>
    <p:sldId xmlns:r="http://schemas.openxmlformats.org/officeDocument/2006/relationships" id="268" r:id="Rf9f29c1bb665402b"/>
    <p:sldId xmlns:r="http://schemas.openxmlformats.org/officeDocument/2006/relationships" id="269" r:id="R2ba05199bc3f4322"/>
    <p:sldId xmlns:r="http://schemas.openxmlformats.org/officeDocument/2006/relationships" id="270" r:id="R69b91ebd17b740b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9f5920a2d41d7" /><Relationship Type="http://schemas.openxmlformats.org/officeDocument/2006/relationships/slideMaster" Target="/ppt/slideMasters/slideMaster1.xml" Id="R5e348b5a289647a9" /><Relationship Type="http://schemas.openxmlformats.org/officeDocument/2006/relationships/notesMaster" Target="/ppt/notesMasters/notesMaster1.xml" Id="Rc36839b92acc4286" /><Relationship Type="http://schemas.openxmlformats.org/officeDocument/2006/relationships/presProps" Target="/ppt/presProps.xml" Id="R51d99f11ba3f4609" /><Relationship Type="http://schemas.openxmlformats.org/officeDocument/2006/relationships/tableStyles" Target="/ppt/tableStyles.xml" Id="R58b844a9e07b4114" /><Relationship Type="http://schemas.openxmlformats.org/officeDocument/2006/relationships/slide" Target="/ppt/slides/slide1.xml" Id="R7587f252a0e84f60" /><Relationship Type="http://schemas.openxmlformats.org/officeDocument/2006/relationships/slide" Target="/ppt/slides/slide2.xml" Id="R8f3e950067d344b8" /><Relationship Type="http://schemas.openxmlformats.org/officeDocument/2006/relationships/slide" Target="/ppt/slides/slide3.xml" Id="R9c72c5eb13f346cb" /><Relationship Type="http://schemas.openxmlformats.org/officeDocument/2006/relationships/slide" Target="/ppt/slides/slide4.xml" Id="R2d216fcb82c04579" /><Relationship Type="http://schemas.openxmlformats.org/officeDocument/2006/relationships/slide" Target="/ppt/slides/slide5.xml" Id="R31acb567b57b4c97" /><Relationship Type="http://schemas.openxmlformats.org/officeDocument/2006/relationships/slide" Target="/ppt/slides/slide6.xml" Id="R6d4f4ccc35be4c1b" /><Relationship Type="http://schemas.openxmlformats.org/officeDocument/2006/relationships/slide" Target="/ppt/slides/slide7.xml" Id="R52444a2bcb4a49ac" /><Relationship Type="http://schemas.openxmlformats.org/officeDocument/2006/relationships/slide" Target="/ppt/slides/slide8.xml" Id="R92013f46842c4759" /><Relationship Type="http://schemas.openxmlformats.org/officeDocument/2006/relationships/slide" Target="/ppt/slides/slide9.xml" Id="Radaec0b7552b43a2" /><Relationship Type="http://schemas.openxmlformats.org/officeDocument/2006/relationships/slide" Target="/ppt/slides/slide10.xml" Id="R13523d9594f343a7" /><Relationship Type="http://schemas.openxmlformats.org/officeDocument/2006/relationships/slide" Target="/ppt/slides/slide11.xml" Id="Rdbca7e6db4f941b2" /><Relationship Type="http://schemas.openxmlformats.org/officeDocument/2006/relationships/slide" Target="/ppt/slides/slide12.xml" Id="R9a140b65f16e4994" /><Relationship Type="http://schemas.openxmlformats.org/officeDocument/2006/relationships/slide" Target="/ppt/slides/slide13.xml" Id="Rf9f29c1bb665402b" /><Relationship Type="http://schemas.openxmlformats.org/officeDocument/2006/relationships/slide" Target="/ppt/slides/slide14.xml" Id="R2ba05199bc3f4322" /><Relationship Type="http://schemas.openxmlformats.org/officeDocument/2006/relationships/slide" Target="/ppt/slides/slide15.xml" Id="R69b91ebd17b7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bb1bafa6d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425d0b3dc84565" /><Relationship Type="http://schemas.openxmlformats.org/officeDocument/2006/relationships/notesMaster" Target="/ppt/notesMasters/notesMaster1.xml" Id="R85f59b743c2f48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47c08dfca4e81" /><Relationship Type="http://schemas.openxmlformats.org/officeDocument/2006/relationships/notesMaster" Target="/ppt/notesMasters/notesMaster1.xml" Id="R91030b9e09e1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4b4a69f724c7b" /><Relationship Type="http://schemas.openxmlformats.org/officeDocument/2006/relationships/notesMaster" Target="/ppt/notesMasters/notesMaster1.xml" Id="R8ff238800c034a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33c013bcdb4b9f" /><Relationship Type="http://schemas.openxmlformats.org/officeDocument/2006/relationships/notesMaster" Target="/ppt/notesMasters/notesMaster1.xml" Id="R6039dd38271a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8b0755cd44077" /><Relationship Type="http://schemas.openxmlformats.org/officeDocument/2006/relationships/notesMaster" Target="/ppt/notesMasters/notesMaster1.xml" Id="Rcd92b52c601649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fcb29216d74876" /><Relationship Type="http://schemas.openxmlformats.org/officeDocument/2006/relationships/notesMaster" Target="/ppt/notesMasters/notesMaster1.xml" Id="R8268d0ae181847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97b8b2edfb4507" /><Relationship Type="http://schemas.openxmlformats.org/officeDocument/2006/relationships/notesMaster" Target="/ppt/notesMasters/notesMaster1.xml" Id="R23656337ae7342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4eed0b13d84d3e" /><Relationship Type="http://schemas.openxmlformats.org/officeDocument/2006/relationships/notesMaster" Target="/ppt/notesMasters/notesMaster1.xml" Id="R0c6d00cfdd794e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bd0a8bd8b4618" /><Relationship Type="http://schemas.openxmlformats.org/officeDocument/2006/relationships/notesMaster" Target="/ppt/notesMasters/notesMaster1.xml" Id="R10f8408aaa374a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830001c4b14dc5" /><Relationship Type="http://schemas.openxmlformats.org/officeDocument/2006/relationships/notesMaster" Target="/ppt/notesMasters/notesMaster1.xml" Id="Rd6ce38b38a294c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58b49698ec45c0" /><Relationship Type="http://schemas.openxmlformats.org/officeDocument/2006/relationships/notesMaster" Target="/ppt/notesMasters/notesMaster1.xml" Id="Rf48e9870ef664c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c7ac665e3b4bef" /><Relationship Type="http://schemas.openxmlformats.org/officeDocument/2006/relationships/notesMaster" Target="/ppt/notesMasters/notesMaster1.xml" Id="R8c31577f0f514b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148e3a431445d" /><Relationship Type="http://schemas.openxmlformats.org/officeDocument/2006/relationships/notesMaster" Target="/ppt/notesMasters/notesMaster1.xml" Id="R1f5c927a7c724a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75d627c8154a65" /><Relationship Type="http://schemas.openxmlformats.org/officeDocument/2006/relationships/notesMaster" Target="/ppt/notesMasters/notesMaster1.xml" Id="Ree7a15e98b104b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fa6e3b995645c6" /><Relationship Type="http://schemas.openxmlformats.org/officeDocument/2006/relationships/notesMaster" Target="/ppt/notesMasters/notesMaster1.xml" Id="Rb4eeac2a96214e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meeting header.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overview of Items 1–12.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3; obvious source typo ‘Office Barriers’ normalised to ‘Office Bearers’.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4.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5.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6.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7.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8.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9.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Items 2.3 and 10.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12.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Items 3.9–3.12 and 11.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meeting close and action-recording requirement derived from Items 3, 4, 6 and 11.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5b596c37a4e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12a850e6846e6" /><Relationship Type="http://schemas.openxmlformats.org/officeDocument/2006/relationships/slideLayout" Target="/ppt/slideLayouts/slideLayout1.xml" Id="R50bc6f14de8a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c6f14de8a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fc07de9904e35" /><Relationship Type="http://schemas.openxmlformats.org/officeDocument/2006/relationships/image" Target="/ppt/media/image.jpeg" Id="R31f60aadfdc04428" /><Relationship Type="http://schemas.openxmlformats.org/officeDocument/2006/relationships/image" Target="/ppt/media/image.png" Id="Ra156c6072e344bfe" /><Relationship Type="http://schemas.openxmlformats.org/officeDocument/2006/relationships/image" Target="/ppt/media/image2.png" Id="Ref2746d334cc4cc6" /><Relationship Type="http://schemas.openxmlformats.org/officeDocument/2006/relationships/notesSlide" Target="/ppt/notesSlides/notesSlide1.xml" Id="R8dbda5b7c544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c2054922947ad" /><Relationship Type="http://schemas.openxmlformats.org/officeDocument/2006/relationships/image" Target="/ppt/media/image2.jpeg" Id="Ra8961e79f44b49b2" /><Relationship Type="http://schemas.openxmlformats.org/officeDocument/2006/relationships/image" Target="/ppt/media/image3.png" Id="R9dbfe9aafae940d8" /><Relationship Type="http://schemas.openxmlformats.org/officeDocument/2006/relationships/image" Target="/ppt/media/image4.png" Id="Rdc7757ca28844cec" /><Relationship Type="http://schemas.openxmlformats.org/officeDocument/2006/relationships/notesSlide" Target="/ppt/notesSlides/notesSlide2.xml" Id="Rda7a644882fc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b36f28e4540d5" /><Relationship Type="http://schemas.openxmlformats.org/officeDocument/2006/relationships/image" Target="/ppt/media/image3.jpeg" Id="R24d3749186da4295" /><Relationship Type="http://schemas.openxmlformats.org/officeDocument/2006/relationships/image" Target="/ppt/media/image5.png" Id="Rcb86102abd7d4466" /><Relationship Type="http://schemas.openxmlformats.org/officeDocument/2006/relationships/image" Target="/ppt/media/image6.png" Id="R2571725a3b3c4fb6" /><Relationship Type="http://schemas.openxmlformats.org/officeDocument/2006/relationships/image" Target="/ppt/media/image7.png" Id="Rf5f2545926644b89" /><Relationship Type="http://schemas.openxmlformats.org/officeDocument/2006/relationships/notesSlide" Target="/ppt/notesSlides/notesSlide3.xml" Id="R13f137470996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9cb8058d54782" /><Relationship Type="http://schemas.openxmlformats.org/officeDocument/2006/relationships/image" Target="/ppt/media/image4.jpeg" Id="R33f267bc14514b4e" /><Relationship Type="http://schemas.openxmlformats.org/officeDocument/2006/relationships/image" Target="/ppt/media/image8.png" Id="R060653053c3a4787" /><Relationship Type="http://schemas.openxmlformats.org/officeDocument/2006/relationships/image" Target="/ppt/media/image9.png" Id="R5bb5d231e02646be" /><Relationship Type="http://schemas.openxmlformats.org/officeDocument/2006/relationships/image" Target="/ppt/media/image10.png" Id="R7ae56d7a62c64ff1" /><Relationship Type="http://schemas.openxmlformats.org/officeDocument/2006/relationships/notesSlide" Target="/ppt/notesSlides/notesSlide4.xml" Id="Rc41f1c92a47d48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79d1206c24aef" /><Relationship Type="http://schemas.openxmlformats.org/officeDocument/2006/relationships/image" Target="/ppt/media/image5.jpeg" Id="R7008df851ef44f42" /><Relationship Type="http://schemas.openxmlformats.org/officeDocument/2006/relationships/image" Target="/ppt/media/image11.png" Id="Rba679867de704e4a" /><Relationship Type="http://schemas.openxmlformats.org/officeDocument/2006/relationships/image" Target="/ppt/media/image12.png" Id="R90d86dd2902b48b2" /><Relationship Type="http://schemas.openxmlformats.org/officeDocument/2006/relationships/image" Target="/ppt/media/image13.png" Id="R81c742abf734490a" /><Relationship Type="http://schemas.openxmlformats.org/officeDocument/2006/relationships/notesSlide" Target="/ppt/notesSlides/notesSlide5.xml" Id="R2f1e929aabc34f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be5f0688459b" /><Relationship Type="http://schemas.openxmlformats.org/officeDocument/2006/relationships/image" Target="/ppt/media/image6.jpeg" Id="R6e5e0718ce3749bb" /><Relationship Type="http://schemas.openxmlformats.org/officeDocument/2006/relationships/image" Target="/ppt/media/image14.png" Id="R1864a5a3751d4ef1" /><Relationship Type="http://schemas.openxmlformats.org/officeDocument/2006/relationships/image" Target="/ppt/media/image15.png" Id="R5d93b11693de4572" /><Relationship Type="http://schemas.openxmlformats.org/officeDocument/2006/relationships/image" Target="/ppt/media/image16.png" Id="R0278003c785e47ff" /><Relationship Type="http://schemas.openxmlformats.org/officeDocument/2006/relationships/notesSlide" Target="/ppt/notesSlides/notesSlide6.xml" Id="R73c4f3b75e0742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a4dc74e74e03" /><Relationship Type="http://schemas.openxmlformats.org/officeDocument/2006/relationships/image" Target="/ppt/media/image7.jpeg" Id="Rb2bd2c7ce6fe4e42" /><Relationship Type="http://schemas.openxmlformats.org/officeDocument/2006/relationships/image" Target="/ppt/media/image17.png" Id="R6cabb9e53f364135" /><Relationship Type="http://schemas.openxmlformats.org/officeDocument/2006/relationships/image" Target="/ppt/media/image18.png" Id="R1a02897930354fd9" /><Relationship Type="http://schemas.openxmlformats.org/officeDocument/2006/relationships/image" Target="/ppt/media/image19.png" Id="R38958686279c49c0" /><Relationship Type="http://schemas.openxmlformats.org/officeDocument/2006/relationships/notesSlide" Target="/ppt/notesSlides/notesSlide7.xml" Id="Re09fc1bc240a44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8a30a49d4aa8" /><Relationship Type="http://schemas.openxmlformats.org/officeDocument/2006/relationships/image" Target="/ppt/media/image8.jpeg" Id="Rb85334607b084e93" /><Relationship Type="http://schemas.openxmlformats.org/officeDocument/2006/relationships/image" Target="/ppt/media/image20.png" Id="R1b4b97d4f27d4be5" /><Relationship Type="http://schemas.openxmlformats.org/officeDocument/2006/relationships/image" Target="/ppt/media/image21.png" Id="R4a21ef875e9e4cf1" /><Relationship Type="http://schemas.openxmlformats.org/officeDocument/2006/relationships/image" Target="/ppt/media/image9.jpeg" Id="R09d2b15828d04409" /><Relationship Type="http://schemas.openxmlformats.org/officeDocument/2006/relationships/notesSlide" Target="/ppt/notesSlides/notesSlide8.xml" Id="R850da9cc28fe47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4be83705c43fa" /><Relationship Type="http://schemas.openxmlformats.org/officeDocument/2006/relationships/image" Target="/ppt/media/image10.jpeg" Id="R50aa0afc6820496a" /><Relationship Type="http://schemas.openxmlformats.org/officeDocument/2006/relationships/image" Target="/ppt/media/image22.png" Id="R07a7ede3fa92497c" /><Relationship Type="http://schemas.openxmlformats.org/officeDocument/2006/relationships/image" Target="/ppt/media/image23.png" Id="R4deda77ebeea4168" /><Relationship Type="http://schemas.openxmlformats.org/officeDocument/2006/relationships/image" Target="/ppt/media/image24.png" Id="R46323e817ec84197" /><Relationship Type="http://schemas.openxmlformats.org/officeDocument/2006/relationships/notesSlide" Target="/ppt/notesSlides/notesSlide9.xml" Id="Rb7ca81d4584b46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fdc8270834666" /><Relationship Type="http://schemas.openxmlformats.org/officeDocument/2006/relationships/image" Target="/ppt/media/image11.jpeg" Id="Rd06e7a72876a4736" /><Relationship Type="http://schemas.openxmlformats.org/officeDocument/2006/relationships/image" Target="/ppt/media/image25.png" Id="Rb5d24d6170844d42" /><Relationship Type="http://schemas.openxmlformats.org/officeDocument/2006/relationships/image" Target="/ppt/media/image26.png" Id="R77dcdac083e34459" /><Relationship Type="http://schemas.openxmlformats.org/officeDocument/2006/relationships/image" Target="/ppt/media/image12.jpeg" Id="R00c80e3c890749ba" /><Relationship Type="http://schemas.openxmlformats.org/officeDocument/2006/relationships/notesSlide" Target="/ppt/notesSlides/notesSlide10.xml" Id="R7ff4af017ad341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e19a496244b32" /><Relationship Type="http://schemas.openxmlformats.org/officeDocument/2006/relationships/image" Target="/ppt/media/image13.jpeg" Id="R55f79f517f274273" /><Relationship Type="http://schemas.openxmlformats.org/officeDocument/2006/relationships/image" Target="/ppt/media/image27.png" Id="Rc8717358b3134537" /><Relationship Type="http://schemas.openxmlformats.org/officeDocument/2006/relationships/image" Target="/ppt/media/image28.png" Id="Rfa55797661774f5c" /><Relationship Type="http://schemas.openxmlformats.org/officeDocument/2006/relationships/image" Target="/ppt/media/image29.png" Id="R7d30ac59ed0b4d40" /><Relationship Type="http://schemas.openxmlformats.org/officeDocument/2006/relationships/notesSlide" Target="/ppt/notesSlides/notesSlide11.xml" Id="Rf6ded8bb405548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00ab7aad349aa" /><Relationship Type="http://schemas.openxmlformats.org/officeDocument/2006/relationships/image" Target="/ppt/media/image14.jpeg" Id="R50d23b8a8d44473d" /><Relationship Type="http://schemas.openxmlformats.org/officeDocument/2006/relationships/image" Target="/ppt/media/image30.png" Id="Re0ef8a77e9e54094" /><Relationship Type="http://schemas.openxmlformats.org/officeDocument/2006/relationships/image" Target="/ppt/media/image31.png" Id="Ra43c584dc4794da4" /><Relationship Type="http://schemas.openxmlformats.org/officeDocument/2006/relationships/notesSlide" Target="/ppt/notesSlides/notesSlide12.xml" Id="R384bb4ea00d147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deb0082894436" /><Relationship Type="http://schemas.openxmlformats.org/officeDocument/2006/relationships/image" Target="/ppt/media/image15.jpeg" Id="Rddbc11aa83cc4376" /><Relationship Type="http://schemas.openxmlformats.org/officeDocument/2006/relationships/image" Target="/ppt/media/image32.png" Id="Rf96c0967529a4abf" /><Relationship Type="http://schemas.openxmlformats.org/officeDocument/2006/relationships/image" Target="/ppt/media/image33.png" Id="R509422c6a729498e" /><Relationship Type="http://schemas.openxmlformats.org/officeDocument/2006/relationships/image" Target="/ppt/media/image34.png" Id="R4bba22d9ec824cd2" /><Relationship Type="http://schemas.openxmlformats.org/officeDocument/2006/relationships/notesSlide" Target="/ppt/notesSlides/notesSlide13.xml" Id="Rb77d413391834e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5ef34d07c459a" /><Relationship Type="http://schemas.openxmlformats.org/officeDocument/2006/relationships/image" Target="/ppt/media/image16.jpeg" Id="Reb701dac19c14054" /><Relationship Type="http://schemas.openxmlformats.org/officeDocument/2006/relationships/image" Target="/ppt/media/image35.png" Id="Rb3fd12006f944e14" /><Relationship Type="http://schemas.openxmlformats.org/officeDocument/2006/relationships/image" Target="/ppt/media/image36.png" Id="Rc23609d494d44718" /><Relationship Type="http://schemas.openxmlformats.org/officeDocument/2006/relationships/notesSlide" Target="/ppt/notesSlides/notesSlide14.xml" Id="Ra77b0d5d9ab04d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12ede21e74799" /><Relationship Type="http://schemas.openxmlformats.org/officeDocument/2006/relationships/image" Target="/ppt/media/image37.png" Id="R792278e5384e4c0b" /><Relationship Type="http://schemas.openxmlformats.org/officeDocument/2006/relationships/image" Target="/ppt/media/image38.png" Id="R2450eab86da84cd2" /><Relationship Type="http://schemas.openxmlformats.org/officeDocument/2006/relationships/notesSlide" Target="/ppt/notesSlides/notesSlide15.xml" Id="R993ef1a40bdc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60aadfdc04428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6c6072e344bfe"/>
          <a:stretch xmlns:a="http://schemas.openxmlformats.org/drawingml/2006/main"/>
        </p:blipFill>
        <p:spPr>
          <a:xfrm xmlns:a="http://schemas.openxmlformats.org/drawingml/2006/main">
            <a:off x="13620750" y="-381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908E899-147C-427B-82D6-AB94DA2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7A8E78D1-92E8-401F-9E95-788E981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0"/>
            <a:ext cx="6381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E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746d334cc4cc6"/>
          <a:stretch xmlns:a="http://schemas.openxmlformats.org/drawingml/2006/main"/>
        </p:blipFill>
        <p:spPr>
          <a:xfrm xmlns:a="http://schemas.openxmlformats.org/drawingml/2006/main">
            <a:off x="13239750" y="19526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331B6-29E2-4737-9D60-E6CFFBF6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20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YOGA CLUB SOCIETY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D42A0F-D238-49D4-AF43-F1EE4F3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EXCO MEETING</a:t>
            </a:r>
          </a:p>
          <a:p xmlns:a="http://schemas.openxmlformats.org/drawingml/2006/main">
            <a:pPr>
              <a:def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AGENDA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4CA1DC77-C564-49F3-A240-5CF52F3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1666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B7474-B2F6-41AC-B55C-C7EED6A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Friday, 11 September 2026</a:t>
            </a:r>
          </a:p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7:00 p.m.  ·  Google Meet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60CF-EA45-46EE-B320-D887294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SUNGAI LONG CAMPUS</a:t>
            </a:r>
          </a:p>
        </p:txBody>
      </p:sp>
    </p:spTree>
    <p:extLst>
      <p:ext uri="{BB962C8B-B14F-4D97-AF65-F5344CB8AC3E}">
        <p14:creationId xmlns:p14="http://schemas.microsoft.com/office/powerpoint/2010/main" val="31108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61e79f44b49b2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fe9aafae940d8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757ca28844cec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84742E8F-0065-48C9-B7E2-B7348308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0B04EE28-243D-4194-B7EC-B93B246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EBEDC4A-42E2-4CB1-A445-81592F49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AAE167-2559-4630-AF67-444508D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Decisions required at this meeting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0AB9BE-EA0D-4129-824B-C01A162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EE0898B-49F8-442F-AFD3-2149BB30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68D6D6D4-CE76-4859-B06E-CCF573BC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907BA-4AA0-4461-B5FA-4719797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PROGRAMME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2889C-5D62-4CB7-BF75-337A409D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Confirm compulsory activities and select the proposed trials for the next semester.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47253-8D96-4433-ACA0-9DF01A07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OCTOBER 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A9CBF-B984-433D-B5D0-FFCFCFFF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3857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Approve the promotion offer, Members’ Night link and Vice Treasurer recruitment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58A45-AB46-4CBA-AC45-4F3BF72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7FF28-A8F6-4E4F-9361-B3D8D8CE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Agree proposal, reporting, finance, attendance and publicity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159FE-43A6-40B1-946A-48B9678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45AC1-A615-4488-929C-26FE560F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29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Confirm certification rules, signatories and committee recruitment priorities.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FE11F-AAED-4575-8876-B6098728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RESOURCES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571FF-3904-4FF1-87D7-C595EB8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Shortlist merchandise and determine which activities require budget approval.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9D862-8F07-477B-8D26-695B364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858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Meeting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3FE30-B808-4DC2-8663-212D35DB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343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45E4D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745E4D"/>
                </a:solidFill>
                <a:latin typeface="Poppins"/>
                <a:ea typeface="Poppins"/>
                <a:cs typeface="Poppins"/>
              </a:rPr>
              <a:t>Record every decision with an owner and due date before the meeting closes.</a:t>
            </a:r>
          </a:p>
        </p:txBody>
      </p:sp>
    </p:spTree>
    <p:extLst>
      <p:ext uri="{BB962C8B-B14F-4D97-AF65-F5344CB8AC3E}">
        <p14:creationId xmlns:p14="http://schemas.microsoft.com/office/powerpoint/2010/main" val="733413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3749186da4295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6102abd7d4466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1725a3b3c4fb6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079AFC33-2E4F-4B90-B4E4-A42ABA94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E5E206FC-F082-4EBD-9046-4900099A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0CD3D9F-B01F-40E2-9DE2-3D2DC8EC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6A2775-8E48-4C22-AB1B-D9D2D006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Next semester activity plan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C6BA7-A0A9-4954-BAC6-8A43B269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2010BD8-F407-40B1-9E13-EC8BE81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B3F0F196-66D6-464A-BBB5-56F4D2D1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87FC6-1C5B-4EA2-9290-4CCA502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COMPULSORY PROGRAMME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B4612-C97A-4BCD-81D1-30EB2882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Recruitment Drive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 yoga classes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Free yoga classes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C3A5-4BE9-4410-BBCC-94128B54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OPTIONS FOR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8816B-C16D-4CC7-9333-B1733ED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876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 as a reward for regular participants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One or two meditation sessions, free or paid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Natural Yoga pilot next semester or from February 2027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2545926644b89"/>
          <a:srcRect xmlns:a="http://schemas.openxmlformats.org/drawingml/2006/main" l="17491" t="0" r="174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2667000"/>
            <a:ext cx="5905500" cy="4762500"/>
          </a:xfrm>
          <a:prstGeom xmlns:a="http://schemas.openxmlformats.org/drawingml/2006/main" prst="ellipse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C0AAF-7D78-42FE-9DA3-86AE9026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8581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41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6–8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E3D52-4755-4DD9-AAD2-2C5761B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486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additional practical sessions during a long semester, scheduled around common free hours and certification needs</a:t>
            </a:r>
          </a:p>
        </p:txBody>
      </p:sp>
    </p:spTree>
    <p:extLst>
      <p:ext uri="{BB962C8B-B14F-4D97-AF65-F5344CB8AC3E}">
        <p14:creationId xmlns:p14="http://schemas.microsoft.com/office/powerpoint/2010/main" val="768675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267bc14514b4e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653053c3a4787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5d231e02646be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C2DE13A3-1F3F-447A-97BC-2F312844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F7FC1553-29AA-4699-85C6-26AFE52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7CE6146-F73B-4F20-8BAD-3641F59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43E9AC-3999-4251-AA8D-85F9BBA7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October Recruitment Drive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8C8E7B-4761-44F8-B2FA-A135B594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760E9E6-3A87-4BE5-BE65-D8668F8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3D240B5D-59DC-4B4C-B6FA-D96D4A3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56d7a62c64ff1"/>
          <a:srcRect xmlns:a="http://schemas.openxmlformats.org/drawingml/2006/main" l="14481" t="0" r="144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0" y="2524125"/>
            <a:ext cx="6191250" cy="5810250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35455-2EB6-4887-BFA0-68647D4B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PROMOTION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3616-2468-4A1C-9C12-2638EE2A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47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Club merchandise and lucky draw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Weekly-class certification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 after the October free class, if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63292-C73E-4F6C-B178-4C9BE3D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OFFERS AND RECRUITMENT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4ED19-F436-4361-B831-94E15BD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19875"/>
            <a:ext cx="8858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a free first class for first-time participants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fee waivers for members who bring new participants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 the vacant Vice Treasurer during the drive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Collect participant and member feedback after the activity</a:t>
            </a:r>
          </a:p>
        </p:txBody>
      </p:sp>
    </p:spTree>
    <p:extLst>
      <p:ext uri="{BB962C8B-B14F-4D97-AF65-F5344CB8AC3E}">
        <p14:creationId xmlns:p14="http://schemas.microsoft.com/office/powerpoint/2010/main" val="840933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8df851ef44f42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79867de704e4a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86dd2902b48b2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7AD6A7A7-5320-42CB-8606-B0EC3F3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CA0EBFA4-4BA5-4B0C-8ABA-6F40144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5D3FB70-064A-446E-A189-89B27FE0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04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9F340-319A-4683-A7B3-3D83792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Secretarial deliverables and records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8DDB98-F44B-4B96-8EDE-46150E1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D919AF3-216F-479F-B6B9-995A9F06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7045020E-58EA-49BE-B8CB-B492E6A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3062D-F5C8-43AB-A322-30D6124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BEFORE EACH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D2491-D594-4AC3-A0CD-F66F1300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81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Prepare one proposal for every activity where required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Cover objectives, schedule, venue, budget, publicity, registration and approvals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Submit before the activity and within the required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3E115-4750-4E30-846B-AF5DB06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BY WEEK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B3E3F-6C7C-4131-AD5A-D082F3A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Complete reports for weekly classes, the Recruitment Drive, both EXCO meetings and the free yoga class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Include Office Bearers and any other reportable activities or matters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42abf734490a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571750"/>
            <a:ext cx="61912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9870-81CE-49CE-97E6-229DC71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15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CONTROL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4B461-9C3D-4B65-8C85-C6D46AB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191375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Maintain a completed and outstanding checklist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Record student coach service hours and attendance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whether the club website can support traceability</a:t>
            </a:r>
          </a:p>
        </p:txBody>
      </p:sp>
    </p:spTree>
    <p:extLst>
      <p:ext uri="{BB962C8B-B14F-4D97-AF65-F5344CB8AC3E}">
        <p14:creationId xmlns:p14="http://schemas.microsoft.com/office/powerpoint/2010/main" val="1159342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e0718ce3749bb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4a5a3751d4ef1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3b11693de4572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C7FF903A-60EA-47E3-B0FB-E5100314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C1425C36-CD2F-4F1C-811C-96DB4C45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E822099-DD7D-4B94-B0EC-878EA2BB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05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E0453B-21E7-47B9-B301-F6410A54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Treasury policy and documentation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F72E4D-B5A2-41A6-ABF5-F383B75A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98BCD0C-381D-4EF4-A104-518B3ED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439AE11A-B6B8-48DB-B9D3-D13B6F9E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8003c785e47ff"/>
          <a:stretch xmlns:a="http://schemas.openxmlformats.org/drawingml/2006/main"/>
        </p:blipFill>
        <p:spPr>
          <a:xfrm xmlns:a="http://schemas.openxmlformats.org/drawingml/2006/main">
            <a:off x="11049000" y="3247564"/>
            <a:ext cx="5334000" cy="4363372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939F6-EF69-4932-9E5E-8DDBFFEC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8763000" cy="59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Establish a treasury policy and supporting documentation for every event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Maintain complete financial records for events and weekly classes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Pass confirmed financial arrangements to the Secretary and Publicity team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Publicity prepares pricing announcements after verification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The Secretary records the arrangements in proposals and reports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 tracking and unified receipt upload functions already exist on the proposed website and are not urgent</a:t>
            </a:r>
          </a:p>
        </p:txBody>
      </p:sp>
    </p:spTree>
    <p:extLst>
      <p:ext uri="{BB962C8B-B14F-4D97-AF65-F5344CB8AC3E}">
        <p14:creationId xmlns:p14="http://schemas.microsoft.com/office/powerpoint/2010/main" val="844136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d2c7ce6fe4e42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bb9e53f364135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897930354fd9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A6A4AD48-BD09-4AFA-AB6C-48558993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65E5DE4B-0ED1-48CB-B812-6F34EFC1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398E599-9DD8-4FEC-9BA1-98DBB87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06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8BF1B-E2E2-4EC8-B01D-86F45DE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Student Instructor Programme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5AB5B8-8AE7-48CB-814E-22258B9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8B476FD-2251-4263-B0CF-A36CEF8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07535845-40B9-410F-B208-EFF105FE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58686279c49c0"/>
          <a:srcRect xmlns:a="http://schemas.openxmlformats.org/drawingml/2006/main" l="7152" t="0" r="7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2667000"/>
            <a:ext cx="6858000" cy="43815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46B28-4142-46ED-B4CF-90276D1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34438-B4CC-452B-9FDF-37F89FC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781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More than two semester-based Certificates of Completion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Or one yearly Certificate of Completion if the yearly system is adopted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Semester certificates apply only to long semesters of about 14 weeks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2335F-3C3F-421D-951A-66EE3203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BENEFIT UNDER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2AF61-3559-4FB3-9C1C-7E68A9A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 waiver for student instructors who maintain more than 80% class 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5271D-7262-461D-9077-60903EEA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29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PROPOSED SIGNATORIES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AA5E3-EFD6-4D0A-93D3-1B68195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953375"/>
            <a:ext cx="676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Instructor Ms Chew  ·  Club Auditor  ·  Club Chairperson  ·  Ms Belinda, Ms Heng or Core Advisor</a:t>
            </a:r>
          </a:p>
        </p:txBody>
      </p:sp>
    </p:spTree>
    <p:extLst>
      <p:ext uri="{BB962C8B-B14F-4D97-AF65-F5344CB8AC3E}">
        <p14:creationId xmlns:p14="http://schemas.microsoft.com/office/powerpoint/2010/main" val="2110247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334607b084e93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b97d4f27d4be5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1ef875e9e4cf1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B24B56BC-6FE9-40B7-91D5-B51C199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A6B9AB62-C4D8-465C-87D8-6B332805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FEE2C19-D828-4E5B-8062-CF5D15A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07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769E63-B22A-4A58-8CBC-F5F9CC3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Publicity guidelines and controls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C78E19-8421-4C77-8839-DB21078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4494123-0A20-43DF-9D40-5D12D3E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CED4210B-0727-459C-A884-ED886BD4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2b15828d04409"/>
          <a:srcRect xmlns:a="http://schemas.openxmlformats.org/drawingml/2006/main" l="12691" t="0" r="12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714625"/>
            <a:ext cx="6286500" cy="561975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81A98-AD0C-425B-9E77-E2B4136D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PUBLICATION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494DC-9BCB-412B-92F2-55626D8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096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Recruitment Drive and free yoga classes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 classes and certification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Night, lucky draw and merchandise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Meditation and other approved programmes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4999-DE24-47FE-A334-D72C132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RELEASE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0822A-990E-4C1F-8376-4E1F6674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00875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Verify dates, venues, fees, payment instructions and participation requirements with the Secretary and Treasurer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Update materials when confirmed arrangements change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Archive posters, captions, announcements and registration links</a:t>
            </a:r>
          </a:p>
        </p:txBody>
      </p:sp>
    </p:spTree>
    <p:extLst>
      <p:ext uri="{BB962C8B-B14F-4D97-AF65-F5344CB8AC3E}">
        <p14:creationId xmlns:p14="http://schemas.microsoft.com/office/powerpoint/2010/main" val="136958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a0afc6820496a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7ede3fa92497c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da77ebeea4168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45F107ED-0FA5-48AE-92EB-2E183813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40AFC02B-0E2C-419B-956E-2F0474F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53D30D3-F12B-42EC-99FD-52ED0867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08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6689BF-DC2F-40FA-8483-38BA1E8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Weekly class certification policy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FF3A54-ABE1-4277-9D79-F0E9242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3D93836-0946-488A-AA1C-94E545A0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E6BF8042-A89A-4B63-8DFD-1240A5A2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9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23e817ec84197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25250" y="2619375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1576A-B30B-49F2-A7BF-9D46BB6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585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17CE8-F944-42BD-89FA-B481DDCD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proposed attendance threshold for a semester-based Certificate of Completion (结业证书)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DFB36-5EEE-435F-9F5B-CC44BF5A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SEMESTER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EB46C-031A-4EAD-9D09-28F17A5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885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Approximately 14 hours or 14 class days during a long semester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Short-semester attendance may accumulate towards the long-semester requirement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50B64-E41F-4638-914A-C779ABB8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91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ALTERNATIVE YEARLY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078B3-280F-4A72-9656-13C89863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2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Approximately 35 hours, 35 days or 35 yoga practice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8080F-4A4A-49AA-AA2F-7C7BF81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0961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STILL TO 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CB4A0-5FDF-4BF2-8E2E-B84AB6D9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2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Authorised signatories and permitted Yoga Club, DSA and UTAR logos</a:t>
            </a:r>
          </a:p>
        </p:txBody>
      </p:sp>
    </p:spTree>
    <p:extLst>
      <p:ext uri="{BB962C8B-B14F-4D97-AF65-F5344CB8AC3E}">
        <p14:creationId xmlns:p14="http://schemas.microsoft.com/office/powerpoint/2010/main" val="124900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e7a72876a4736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24d6170844d42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cdac083e34459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3C7A91AF-04D9-472D-9F63-F3A6C23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3ECEE4F5-D888-4690-80B4-B681719F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B4E3F01-D529-40F2-B610-17ADE22F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09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D1AB0-5FD6-498B-AEEC-D4877A2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Higher committee recruitment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0E9A43-4C65-469C-BDEE-B8A2C1B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5D1EA55-9562-422D-97FC-41950A3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DD0F3459-A02B-4440-9DFE-C7F50843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80e3c890749b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2571750"/>
            <a:ext cx="6191250" cy="6191250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B31A-5520-4C28-B011-596AA511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PRIORITY VACANCIES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EE37E-66D8-49DD-9626-8F7213F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VICE CHAIRPERSON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A006B-9508-46AD-973A-5DA453F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Identify a suitable current committee member with a strong student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08E5F-FAD4-4EE3-9D8C-639336A2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PUBLICITY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120B2-ED6C-47A0-B641-A261586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 one additional member to support the coming programme.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25409-7BB0-49C3-A533-0348BF0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RECRUITMENT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EFC77-7730-4A70-9C69-1225DB9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867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5E4D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745E4D"/>
                </a:solidFill>
                <a:latin typeface="Poppins"/>
                <a:ea typeface="Poppins"/>
                <a:cs typeface="Poppins"/>
              </a:rPr>
              <a:t>Committee referrals and suitable EA appointments for experience-based instructor, committee and event-support roles</a:t>
            </a:r>
          </a:p>
        </p:txBody>
      </p:sp>
    </p:spTree>
    <p:extLst>
      <p:ext uri="{BB962C8B-B14F-4D97-AF65-F5344CB8AC3E}">
        <p14:creationId xmlns:p14="http://schemas.microsoft.com/office/powerpoint/2010/main" val="375430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79f517f274273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17358b3134537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5797661774f5c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85EF1807-5DC1-40CD-9B76-52415027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44B69C30-5556-4DD5-9292-D3E86460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D730D4A-B359-4190-A852-DAD8F7DF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10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22C1D6-272F-493B-9559-9FC2E32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New Yoga Club merchandise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2FB773-1CB1-4033-B286-60F326C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A6166E4-2C9C-4C17-97D1-5763D81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EE262114-20DC-474F-97F8-9C554CD7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ac59ed0b4d40"/>
          <a:srcRect xmlns:a="http://schemas.openxmlformats.org/drawingml/2006/main" l="14227" t="0" r="142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15750" y="2381250"/>
            <a:ext cx="5619750" cy="590550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3C0FB-D1A0-4A8D-91F5-8D53A4F3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HIGHER-END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5978F-5488-4684-897E-A6DE3DB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Logo cape or cloak  ·  Yoga mat  ·  Yoga bricks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14A47-E62A-46BD-AECF-571AEEC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MIDDLE-RANGE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1196F-E590-416A-9969-B99641A6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Yoga brick  ·  T-shirt  ·  Hat  ·  Stretching strap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4806-FF3A-4664-9A9E-79241513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LOWER-COST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7BB11-6533-4B8F-86D4-3299395E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Keychain  ·  Lanyard  ·  Rubber wristband  ·  Other suitable small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D4948-AB8A-4DDF-9EA4-FC50055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438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1ED2B-A137-415E-8CC5-2054638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077200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4F47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5B4F47"/>
                </a:solidFill>
                <a:latin typeface="Poppins"/>
                <a:ea typeface="Poppins"/>
                <a:cs typeface="Poppins"/>
              </a:rPr>
              <a:t>Every committee member selects at least three preferred items. Publicity designs the shortlist, the Secretary updates the proposal and the Treasurer confirms supplier pricing and pre-funding.</a:t>
            </a:r>
          </a:p>
        </p:txBody>
      </p:sp>
    </p:spTree>
    <p:extLst>
      <p:ext uri="{BB962C8B-B14F-4D97-AF65-F5344CB8AC3E}">
        <p14:creationId xmlns:p14="http://schemas.microsoft.com/office/powerpoint/2010/main" val="7759750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23b8a8d44473d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f8a77e9e54094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c584dc4794da4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F3FC4E86-228D-4463-9020-C58196A6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33F12EA6-EEB7-40A8-B6AF-390A438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04323BB-F7CA-4911-BF06-DB671F6A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DC26E-9315-4D9D-B8BD-FE7207D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Members’ Night and lucky draw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5272CB-DBB9-46E8-BA89-E3BAB11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9C900E8-399C-431E-B6E3-1355309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55D2DCD4-1F84-4292-9153-8E8B142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97D75-33CB-494F-AC23-1E7C0233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F2E45-5C31-4412-A0E5-624AED1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828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2775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Recognise regular June-class participants and welcome new club members.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EAC3D-E08B-4FDB-A713-C49B039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POSSIBLE MEMBER BENEFITS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CB4B9-E05D-4140-A100-5FDBCDC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Free food or health-oriented gifts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Selected club merchandise in the lucky draw pool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Feedback survey and promotion of upcoming yoga classes</a:t>
            </a:r>
          </a:p>
        </p:txBody>
      </p:sp>
      <p:sp>
        <p:nvSpPr>
          <p:cNvPr id="15" name="budget-field">
            <a:extLst xmlns:a="http://schemas.openxmlformats.org/drawingml/2006/main">
              <a:ext uri="{FF2B5EF4-FFF2-40B4-BE49-F238E27FC236}">
                <a16:creationId xmlns:a16="http://schemas.microsoft.com/office/drawing/2014/main" id="{94FD450D-8883-46F3-9536-972F2FF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52387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15046-780F-40C2-83F2-E8F4893E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BUDGET 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0AC88-6043-4F9B-9035-2B9F2CE1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29125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27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Club funding for the lucky draw requires budget review and approval before commitment.</a:t>
            </a:r>
          </a:p>
        </p:txBody>
      </p:sp>
    </p:spTree>
    <p:extLst>
      <p:ext uri="{BB962C8B-B14F-4D97-AF65-F5344CB8AC3E}">
        <p14:creationId xmlns:p14="http://schemas.microsoft.com/office/powerpoint/2010/main" val="461882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c11aa83cc4376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c0967529a4abf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422c6a729498e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2F3A5966-A91D-4556-A6E1-6697319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F3ECDC24-3A76-49CA-B9D1-25107E77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C7A492D-D429-439C-BF53-84F7BF5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F1F5C0-8052-434A-8C14-0FA3CE53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Meditation and practice-class pilot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964ED7-B67F-405A-A2EA-1DF61E8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1721A82-C688-4640-A7A0-B808D0A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15C47DEB-E61C-477B-B91C-50026FF9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a22d9ec824cd2"/>
          <a:srcRect xmlns:a="http://schemas.openxmlformats.org/drawingml/2006/main" l="14075" t="0" r="140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0" y="2524125"/>
            <a:ext cx="6667500" cy="6191250"/>
          </a:xfrm>
          <a:prstGeom xmlns:a="http://schemas.openxmlformats.org/drawingml/2006/main" prst="roundRect">
            <a:avLst>
              <a:gd name="adj" fmla="val 246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84A7E-3625-41B1-9A0F-F67EE396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PILOT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F26BB-3FFC-4687-8D2F-61CDEFF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Meditation, additional yoga practice, or both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One selected day or a weekly format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Potentially delivered fully by student instructors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Location and participation fee remain to be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09C76-3A15-4AC5-A0C4-5C0A510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SERVICE CERTIFICATION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14FF0-EC8E-47C9-AC4D-190635FA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81875"/>
            <a:ext cx="838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Yearly certificates may record the number of events, total service hours and the individual’s role in instruction, organisation or publicity.</a:t>
            </a:r>
          </a:p>
        </p:txBody>
      </p:sp>
    </p:spTree>
    <p:extLst>
      <p:ext uri="{BB962C8B-B14F-4D97-AF65-F5344CB8AC3E}">
        <p14:creationId xmlns:p14="http://schemas.microsoft.com/office/powerpoint/2010/main" val="1056711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01dac19c14054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12006f944e14"/>
          <a:stretch xmlns:a="http://schemas.openxmlformats.org/drawingml/2006/main"/>
        </p:blipFill>
        <p:spPr>
          <a:xfrm xmlns:a="http://schemas.openxmlformats.org/drawingml/2006/main">
            <a:off x="15240000" y="75247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609d494d44718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D4DCA1A6-74A5-4E55-8BD3-7565D8C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E923DE92-8AAF-476B-908F-EE8CFDE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EA12C7E-91D3-4195-BBDB-083411B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045319-4C9B-4924-81D7-796A4BB3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Open matters and governance checks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AC65C3-9DBF-4881-9022-958774D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14B32D0-1031-4EB4-BD5C-707E68FD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  • 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99AC945D-5874-4D2B-97FD-E4F7B384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0EEA8-BFA6-495E-8D8C-C4CEF17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YOGA 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7AA57-E679-41D0-9D10-57C671D7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Consult Ms Belinda on information and approval requirements for a larger-scale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F423-5970-4A83-9DEB-CBC765F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ATTENDANCE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948C4-E3CD-4DA4-B9DE-AE14DB36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Agree an improved recording method for weekly classes and other activities.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67A5F-753F-4D67-AF82-A21839D9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9A0A9-BB2F-4654-9AFF-74459261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Determine which record, fee and receipt functions should move into the proposed club website.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59273-53B3-4BC6-94B6-80AAA30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42D90-F7AA-4D2B-BCB6-50289AF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532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Identify any additional activity, meeting or matter requiring a proposal or semester report.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F35B3-534C-4DC8-8968-5DD2BC6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3A08B-3FA8-4D2E-A33D-A4C760C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7914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Invite final suggestions and unresolved departmental concerns.</a:t>
            </a:r>
          </a:p>
        </p:txBody>
      </p:sp>
    </p:spTree>
    <p:extLst>
      <p:ext uri="{BB962C8B-B14F-4D97-AF65-F5344CB8AC3E}">
        <p14:creationId xmlns:p14="http://schemas.microsoft.com/office/powerpoint/2010/main" val="17364296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B4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78e5384e4c0b"/>
          <a:stretch xmlns:a="http://schemas.openxmlformats.org/drawingml/2006/main"/>
        </p:blipFill>
        <p:spPr>
          <a:xfrm xmlns:a="http://schemas.openxmlformats.org/drawingml/2006/main">
            <a:off x="12287250" y="-381000"/>
            <a:ext cx="6667500" cy="6667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0eab86da84cd2"/>
          <a:stretch xmlns:a="http://schemas.openxmlformats.org/drawingml/2006/main"/>
        </p:blipFill>
        <p:spPr>
          <a:xfrm xmlns:a="http://schemas.openxmlformats.org/drawingml/2006/main">
            <a:off x="13239750" y="26670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A438C-2990-4FDE-82EF-934A248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DC1A7"/>
                </a:solidFill>
                <a:latin typeface="Poppins Bold"/>
                <a:ea typeface="Poppins Bold"/>
                <a:cs typeface="Poppins Bold"/>
              </a:defRPr>
            </a:pPr>
            <a:r>
              <a:rPr sz="2175" b="1">
                <a:solidFill>
                  <a:srgbClr val="DDC1A7"/>
                </a:solidFill>
                <a:latin typeface="Poppins Bold"/>
                <a:ea typeface="Poppins Bold"/>
                <a:cs typeface="Poppins Bold"/>
              </a:rPr>
              <a:t>BEFORE WE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66BCA-C78A-4978-B5F3-F85A2FE8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42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Confirm the decision,</a:t>
            </a:r>
          </a:p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owner and due 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D7468-078F-48F0-917A-6AFAAD57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Secretary updates the proposal and report checklist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Departments verify their assigned actions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Any approval dependency is recorded explicitly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Meeting minutes capture the final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C7A31-C7C1-4D07-BC48-0F2C0B10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53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DC1A7"/>
                </a:solidFill>
                <a:latin typeface="Poppins"/>
                <a:ea typeface="Poppins"/>
                <a:cs typeface="Poppins"/>
              </a:defRPr>
            </a:pPr>
            <a:r>
              <a:rPr sz="1425">
                <a:solidFill>
                  <a:srgbClr val="DDC1A7"/>
                </a:solidFill>
                <a:latin typeface="Poppins"/>
                <a:ea typeface="Poppins"/>
                <a:cs typeface="Poppins"/>
              </a:rPr>
              <a:t>UTAR SL YOGA CLUB  •  SUNGAI LONG CAMPUS</a:t>
            </a:r>
          </a:p>
        </p:txBody>
      </p:sp>
    </p:spTree>
    <p:extLst>
      <p:ext uri="{BB962C8B-B14F-4D97-AF65-F5344CB8AC3E}">
        <p14:creationId xmlns:p14="http://schemas.microsoft.com/office/powerpoint/2010/main" val="1810399075"/>
      </p:ext>
    </p:extLst>
  </p:cSld>
</p:sld>
</file>

<file path=ppt/theme/theme1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2026-09-11T10:03:49.1470000Z</dcterms:created>
  <dcterms:modified xsi:type="dcterms:W3CDTF">2026-09-11T10:03:49.1480000Z</dcterms:modified>
</coreProperties>
</file>